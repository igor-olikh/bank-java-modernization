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779" r:id="rId3"/>
  </p:sldMasterIdLst>
  <p:notesMasterIdLst>
    <p:notesMasterId r:id="rId11"/>
  </p:notesMasterIdLst>
  <p:sldIdLst>
    <p:sldId id="2147483229" r:id="rId4"/>
    <p:sldId id="2147482978" r:id="rId5"/>
    <p:sldId id="2147483255" r:id="rId6"/>
    <p:sldId id="2147483256" r:id="rId7"/>
    <p:sldId id="2147483259" r:id="rId8"/>
    <p:sldId id="2147483260" r:id="rId17"/>
    <p:sldId id="2147483261" r:id="rId18"/>
    <p:sldId id="2147483258" r:id="rId9"/>
    <p:sldId id="214746919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EB80"/>
    <a:srgbClr val="CDFBE1"/>
    <a:srgbClr val="9CDBF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83"/>
    <p:restoredTop sz="94647"/>
  </p:normalViewPr>
  <p:slideViewPr>
    <p:cSldViewPr snapToGrid="0">
      <p:cViewPr varScale="1">
        <p:scale>
          <a:sx n="151" d="100"/>
          <a:sy n="151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openxmlformats.org/officeDocument/2006/relationships/slide" Target="slides/slide6.xml"/><Relationship Id="rId18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gor Olikh" userId="1328ee0d-9399-4cbc-ab56-cda090069563" providerId="ADAL" clId="{8D3AC5F2-1B54-5E98-A848-B74F637A4C2C}"/>
    <pc:docChg chg="custSel modSld delMainMaster modMainMaster">
      <pc:chgData name="Igor Olikh" userId="1328ee0d-9399-4cbc-ab56-cda090069563" providerId="ADAL" clId="{8D3AC5F2-1B54-5E98-A848-B74F637A4C2C}" dt="2026-05-19T14:13:57.125" v="11"/>
      <pc:docMkLst>
        <pc:docMk/>
      </pc:docMkLst>
      <pc:sldChg chg="modSp mod">
        <pc:chgData name="Igor Olikh" userId="1328ee0d-9399-4cbc-ab56-cda090069563" providerId="ADAL" clId="{8D3AC5F2-1B54-5E98-A848-B74F637A4C2C}" dt="2026-05-19T14:13:54.908" v="8" actId="20577"/>
        <pc:sldMkLst>
          <pc:docMk/>
          <pc:sldMk cId="388193072" sldId="2147483229"/>
        </pc:sldMkLst>
        <pc:spChg chg="mod">
          <ac:chgData name="Igor Olikh" userId="1328ee0d-9399-4cbc-ab56-cda090069563" providerId="ADAL" clId="{8D3AC5F2-1B54-5E98-A848-B74F637A4C2C}" dt="2026-05-19T14:13:54.908" v="8" actId="20577"/>
          <ac:spMkLst>
            <pc:docMk/>
            <pc:sldMk cId="388193072" sldId="2147483229"/>
            <ac:spMk id="2" creationId="{927ED050-65B7-21B8-F2DA-6E61BDE1E4C6}"/>
          </ac:spMkLst>
        </pc:spChg>
      </pc:sldChg>
      <pc:sldMasterChg chg="modSldLayout sldLayoutOrd">
        <pc:chgData name="Igor Olikh" userId="1328ee0d-9399-4cbc-ab56-cda090069563" providerId="ADAL" clId="{8D3AC5F2-1B54-5E98-A848-B74F637A4C2C}" dt="2026-05-19T14:13:57.044" v="10"/>
        <pc:sldMasterMkLst>
          <pc:docMk/>
          <pc:sldMasterMk cId="1764048961" sldId="2147483648"/>
        </pc:sldMasterMkLst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121474734" sldId="214748385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121474734" sldId="2147483859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265629727" sldId="214748386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2" creationId="{1C60B049-EE5A-2F51-AFC0-38FD497E8CD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3" creationId="{9A09F150-AEDA-C90F-8B32-A30557AE4BD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4" creationId="{A07E5CB4-7C5E-1027-0A71-D38FFEAAB8A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5" creationId="{C8573705-D387-5C50-72CD-70E51BA740F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265629727" sldId="2147483860"/>
              <ac:spMk id="6" creationId="{AA546090-32FE-CE0F-764C-907EF2F51A90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06943589" sldId="214748386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2" creationId="{CE56A526-2629-CD0F-8A42-0FDA5B46C9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3" creationId="{B16F0AB7-DF9A-DBB6-D798-366A8B04D5D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4" creationId="{EDD49DD5-124D-D0A7-42BA-374BCE69BB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5" creationId="{1F03591F-09E3-913D-F697-D057CA7CB1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06943589" sldId="2147483861"/>
              <ac:spMk id="6" creationId="{122127A5-AEEA-EDEC-DBFE-59776BC4B34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74040020" sldId="214748386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2" creationId="{41985CF9-333B-BA7D-8898-62ED9B444FE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3" creationId="{BA020C7D-15D1-C51A-CD14-0AED2EFC14D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4" creationId="{9F407E84-8FB6-0EFC-BFE7-4BF79B80346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5" creationId="{C9171EC4-2084-4BE9-727D-A36AD240BB1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6" creationId="{08F6C7D4-9A0A-9B01-4E22-58FDFE27C69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74040020" sldId="2147483862"/>
              <ac:spMk id="7" creationId="{17552D24-AACF-95F0-9BE8-098DB8D4A667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312407687" sldId="214748386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2" creationId="{EE042993-934F-9C4F-8B87-D892735E634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3" creationId="{4844243E-3330-BD3E-0A7B-3BA6DA37E4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4" creationId="{B737D569-98A8-E0E0-58E0-FFDCC057BC0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5" creationId="{3CF556F7-59DF-44FA-3E1B-4634EABA30C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6" creationId="{E3E2D3E2-FC33-E64C-BDB1-B1683D49EB4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7" creationId="{D326C14A-4653-C4DB-ECC6-6F40A4B1DD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8" creationId="{F70CD931-BE2D-8655-AE08-9C0E6E5CEF3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312407687" sldId="2147483863"/>
              <ac:spMk id="9" creationId="{5692E9A7-BD0F-9037-2FF4-B1DFF4C75729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852234379" sldId="214748386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2" creationId="{F777AC67-C819-B705-B70A-ED5815C8366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3" creationId="{5763B814-3CE6-274E-4BE5-B0DEA77DA4A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4" creationId="{60193C12-860A-37DD-2781-DB5D9CE3C39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852234379" sldId="2147483864"/>
              <ac:spMk id="5" creationId="{10F95E1B-B25D-0969-DB23-140DA26C43E5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2944758096" sldId="214748386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2" creationId="{47DC8AFA-9295-E312-2BE4-E30FEA2E5D9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3" creationId="{6BE40F0B-A24A-96F0-8CEB-214973110A6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2944758096" sldId="2147483865"/>
              <ac:spMk id="4" creationId="{5603EAB7-D2E2-664F-511D-C12A627B5D7D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523989050" sldId="214748386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2" creationId="{706B7686-2A46-EF7E-FB3C-4448AD1E94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3" creationId="{F65C8059-4DAE-FFB3-17DA-F3A788BB8CC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4" creationId="{5BA30CE9-231B-6E26-FB30-4AEC4D35917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5" creationId="{3CC2F146-E74E-0BA6-5E7C-E65EBB0A3F0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6" creationId="{63A54993-E6B8-7B71-D520-91A593100E2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523989050" sldId="2147483866"/>
              <ac:spMk id="7" creationId="{35F987E4-0322-4489-DF0A-8626AE4CAAD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659337868" sldId="214748386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2" creationId="{2D049A60-463B-C6EA-363E-D84B62DBFFF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3" creationId="{765BF493-C59B-44E4-5F35-67E7454232F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4" creationId="{D4BD8220-759E-5B23-A0BC-99EDC49C9BA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5" creationId="{05F95E18-46C7-BAB3-2132-9EA174BF585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6" creationId="{A3B4F05D-D474-0619-3217-E679589EE3E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659337868" sldId="2147483867"/>
              <ac:spMk id="7" creationId="{A3802B93-3141-6A51-CD97-B1BF39BC906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3041198102" sldId="214748386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2" creationId="{2236042C-AE49-97E1-CB4B-CBDF3CA545A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3" creationId="{5A1A801D-D1F3-3494-A79B-17544F14DE1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4" creationId="{F71FE7E8-8262-7140-43D9-66E2DB6A7F4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5" creationId="{EAA1275E-DE36-3AA9-54D5-C71BF90C75F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3041198102" sldId="2147483868"/>
              <ac:spMk id="6" creationId="{12DC6B69-A203-50B6-0EEE-B7D5647FB0E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629989022" sldId="214748386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2" creationId="{CB6B0397-6F93-2546-1F59-D68B1581AF2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3" creationId="{EA4188D6-D1B3-189C-B480-EAB26851438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4" creationId="{BBF00A93-1392-37EC-E5E0-86CC080EB36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5" creationId="{52FD2148-F34C-D7B7-8A6D-3AA504376CA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629989022" sldId="2147483869"/>
              <ac:spMk id="6" creationId="{0537B397-7BC4-5B94-5AB5-691CB78BE501}"/>
            </ac:spMkLst>
          </pc:spChg>
        </pc:sldLayoutChg>
        <pc:sldLayoutChg chg="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752460743" sldId="2147483870"/>
          </pc:sldLayoutMkLst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244926224" sldId="214748387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244926224" sldId="2147483871"/>
              <ac:spMk id="7" creationId="{E29EF9E2-1551-8357-22BD-8C43EF5EBE34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1764048961" sldId="2147483648"/>
            <pc:sldLayoutMk cId="1545820645" sldId="214748387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4" creationId="{BA03B922-FA59-5165-48BF-0B57DFD6634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5" creationId="{5C3B405E-94D1-4A09-C6BF-A66D9CBEF63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6" creationId="{9792CE3F-FA6A-2FE0-0146-4BFD45CF29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1764048961" sldId="2147483648"/>
              <pc:sldLayoutMk cId="1545820645" sldId="2147483872"/>
              <ac:spMk id="9" creationId="{1E0B684B-61D6-CF9E-57FC-892D7CEE8D1D}"/>
            </ac:spMkLst>
          </pc:spChg>
        </pc:sldLayoutChg>
      </pc:sldMasterChg>
      <pc:sldMasterChg chg="delSldLayout modSldLayout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398443983" sldId="2147483660"/>
        </pc:sldMasterMkLst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01351836" sldId="214748382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01351836" sldId="2147483827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127352401" sldId="214748382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27352401" sldId="214748382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228262242" sldId="214748382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5" creationId="{4E9B5CDC-6DE8-1674-D92B-37E13B02AB0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6" creationId="{58E6433E-1F9B-D5D7-C3BD-332CFFF00EB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28262242" sldId="2147483829"/>
              <ac:spMk id="17" creationId="{AB65B258-0EC8-2418-5AE9-BE881E8A3635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26141324" sldId="214748383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0" creationId="{9BE31BEF-4D0C-A8C2-6459-B2B189FDC7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2" creationId="{8B14AEDC-B194-5053-25B1-99F76E348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26141324" sldId="2147483830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64741407" sldId="214748383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3" creationId="{BFD3993F-4B6D-26CE-1DC2-0EC0FD3E3A2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9" creationId="{EEE9A76D-7584-6CD1-F561-F9230B7FBE7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1" creationId="{25AC35E8-8E61-31F9-B72E-66EF0FE5AD8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64741407" sldId="2147483831"/>
              <ac:spMk id="15" creationId="{4E9B5CDC-6DE8-1674-D92B-37E13B02AB0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19846267" sldId="214748383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19846267" sldId="2147483832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755499113" sldId="214748383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755499113" sldId="2147483833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23741798" sldId="214748383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3" creationId="{1E971D57-BD35-C331-FC74-64C89084CD0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4" creationId="{A4B74093-A800-CB62-8607-A04D569204E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5" creationId="{A289B0F8-E9A7-CF76-E87F-8D4302E8DA4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7" creationId="{2ADB6FB0-3BCC-B810-B627-61334C284413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8" creationId="{20AE6E44-B920-A434-C241-6DA13C7F86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9" creationId="{F111C9A8-E841-67D4-07EE-1157D795A6A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0" creationId="{2305709C-145E-6782-44FE-129574BA5CF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23741798" sldId="2147483834"/>
              <ac:spMk id="12" creationId="{3654BCB6-F17B-FF03-CD43-03BF339F63A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094703008" sldId="214748383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094703008" sldId="2147483835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237064450" sldId="214748383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237064450" sldId="2147483836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34469639" sldId="214748383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34469639" sldId="2147483837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249964580" sldId="214748383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249964580" sldId="2147483838"/>
              <ac:spMk id="7" creationId="{13FF5DC1-E283-8AC5-8620-936474303181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093510933" sldId="214748383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093510933" sldId="2147483839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880939870" sldId="214748384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880939870" sldId="2147483840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5613240" sldId="214748384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5613240" sldId="2147483841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729866854" sldId="214748384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729866854" sldId="2147483842"/>
              <ac:spMk id="7" creationId="{13FF5DC1-E283-8AC5-8620-936474303181}"/>
            </ac:spMkLst>
          </pc:spChg>
        </pc:sldLayoutChg>
        <pc:sldLayoutChg chg="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474920838" sldId="2147483843"/>
          </pc:sldLayoutMkLst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561110775" sldId="2147483844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2" creationId="{D124353C-7670-AC55-CDA3-888971A5482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4" creationId="{BAB76B22-9748-7A34-9D32-D77BB1B498E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5" creationId="{238163DF-77AB-875A-C8AC-2F8AEABFB85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1" creationId="{2A71C2BF-857E-B291-7D82-5920AF4A527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2" creationId="{257EC586-7CBB-7AC4-C2FA-85F4BA8AA03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3" creationId="{A0ABD1EA-F6CD-F56B-B5E1-034EEB64D63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561110775" sldId="2147483844"/>
              <ac:spMk id="14" creationId="{0F2DD97F-E181-3C33-32D8-844B57967D83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3392273541" sldId="214748384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3" creationId="{A09B7079-DD98-3EE7-22A9-48AABC5BC1D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392273541" sldId="2147483845"/>
              <ac:spMk id="6" creationId="{D8351E8F-C586-866F-37A3-340B3DD347B2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3257411389" sldId="214748384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2" creationId="{13734332-B5B5-4358-3C72-8B35F374A88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4" creationId="{ACE782CF-665F-3C56-698C-16112EB19B2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5" creationId="{A59C4772-2960-241E-274D-18A4B5568DA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6" creationId="{D2A45AB7-102C-FBDF-94FD-99783B6A5A1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0" creationId="{627CF39F-F0FC-7815-2582-A13E0599BC2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1" creationId="{68C92137-8AC3-46D8-C9A2-F6F058938BEF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2" creationId="{AC380211-AA5F-2F8D-309F-DC766DF1EF5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4" creationId="{637C5D5A-A533-DB2D-8BBE-C9DAA013CA01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5" creationId="{81413BEF-DDD1-548F-409B-224DE030B67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3257411389" sldId="2147483846"/>
              <ac:spMk id="16" creationId="{B37C3DBB-1177-5FC6-7F7F-E6C5931C9620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74545180" sldId="2147483848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74545180" sldId="2147483848"/>
              <ac:spMk id="2" creationId="{20B36957-63E4-1587-AB6D-C18AE4E04D8D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084483901" sldId="2147483849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2" creationId="{20B36957-63E4-1587-AB6D-C18AE4E04D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3" creationId="{C5721A43-8218-CDEA-AAE4-D824792ACE26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4" creationId="{D5D1D2A7-CF30-5698-14FC-F71CB82D5BC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5" creationId="{028AA764-A00C-AFFF-7F3F-49A733DCD47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7" creationId="{675443B4-0187-FC99-0FDE-8EB191B6CEF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084483901" sldId="2147483849"/>
              <ac:spMk id="10" creationId="{5A647AD3-098B-D1AB-C8D8-463E38402F9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499141212" sldId="2147483850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2" creationId="{DF3C7EC0-4BFB-A603-5703-0D692C62692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4" creationId="{76697187-0170-8894-23C9-28F80A0C3B2B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499141212" sldId="2147483850"/>
              <ac:spMk id="5" creationId="{BC591478-AD3F-2EF7-29A4-36A887DC1956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2604742675" sldId="2147483851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3" creationId="{FBB77C83-5304-5E09-3590-D4337DA42A40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5" creationId="{1C17B282-9F6A-839A-442D-69BC9DF3749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6" creationId="{E78A9E4F-B41B-2A68-ED74-D619432AAB28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7" creationId="{F9E6C7C8-F097-FDD3-FF97-3FC4133BC68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9" creationId="{1E0B684B-61D6-CF9E-57FC-892D7CEE8D1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604742675" sldId="2147483851"/>
              <ac:spMk id="11" creationId="{1E0D5184-93C0-B658-7967-FBC78C38A518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930940434" sldId="2147483852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930940434" sldId="2147483852"/>
              <ac:spMk id="7" creationId="{E29EF9E2-1551-8357-22BD-8C43EF5EBE34}"/>
            </ac:spMkLst>
          </pc:spChg>
        </pc:sldLayoutChg>
        <pc:sldLayoutChg chg="modSp del mod ord">
          <pc:chgData name="Igor Olikh" userId="1328ee0d-9399-4cbc-ab56-cda090069563" providerId="ADAL" clId="{8D3AC5F2-1B54-5E98-A848-B74F637A4C2C}" dt="2026-05-19T14:13:57.125" v="11"/>
          <pc:sldLayoutMkLst>
            <pc:docMk/>
            <pc:sldMasterMk cId="398443983" sldId="2147483660"/>
            <pc:sldLayoutMk cId="1716016496" sldId="2147483853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2" creationId="{04A6E1A4-1881-81E9-2BBE-BC4DBFE11A0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4" creationId="{0BB717A5-5D28-36C3-250F-93E0C68721C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6" creationId="{80270476-9FE1-F85E-6F9B-322B184D8FC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716016496" sldId="2147483853"/>
              <ac:spMk id="7" creationId="{13FF5DC1-E283-8AC5-8620-936474303181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136516413" sldId="2147483855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2" creationId="{3301624C-6457-D753-E522-B70AFE53D55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3" creationId="{A579D50C-2703-5360-6A8B-31FF6834EBB7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4" creationId="{BA17D93D-8F76-6B4D-98F5-B56527389AF9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5" creationId="{68997766-616C-18DA-247B-6A380728816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136516413" sldId="2147483855"/>
              <ac:spMk id="6" creationId="{9AC3E1A8-00B6-62B0-328C-06350819C333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187517851" sldId="2147483856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2" creationId="{B1DD740D-848C-40A7-AB96-E7B74E0A800D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4" creationId="{CAD46B95-CF19-9C3F-1691-68ABF62095BE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5" creationId="{A5DD5CF1-28D6-74AF-B345-5911CB10D45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6" creationId="{D8351E8F-C586-866F-37A3-340B3DD347B2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7" creationId="{E29EF9E2-1551-8357-22BD-8C43EF5EBE34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0" creationId="{793A9C8C-F98C-5899-BE8B-D1A544D66C6A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2" creationId="{67B1C684-915C-90D4-C69F-C24979A42EFC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187517851" sldId="2147483856"/>
              <ac:spMk id="13" creationId="{2A62B128-D226-0D9B-89EC-51AFD07F30CF}"/>
            </ac:spMkLst>
          </pc:spChg>
        </pc:sldLayoutChg>
        <pc:sldLayoutChg chg="modSp mod ord">
          <pc:chgData name="Igor Olikh" userId="1328ee0d-9399-4cbc-ab56-cda090069563" providerId="ADAL" clId="{8D3AC5F2-1B54-5E98-A848-B74F637A4C2C}" dt="2026-05-19T14:13:57.044" v="10"/>
          <pc:sldLayoutMkLst>
            <pc:docMk/>
            <pc:sldMasterMk cId="398443983" sldId="2147483660"/>
            <pc:sldLayoutMk cId="2955806394" sldId="2147483857"/>
          </pc:sldLayoutMkLst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6" creationId="{EC22CE22-4A72-C394-2534-3F9CEE594205}"/>
            </ac:spMkLst>
          </pc:spChg>
          <pc:spChg chg="mod">
            <ac:chgData name="Igor Olikh" userId="1328ee0d-9399-4cbc-ab56-cda090069563" providerId="ADAL" clId="{8D3AC5F2-1B54-5E98-A848-B74F637A4C2C}" dt="2026-05-19T14:13:57.044" v="10"/>
            <ac:spMkLst>
              <pc:docMk/>
              <pc:sldMasterMk cId="398443983" sldId="2147483660"/>
              <pc:sldLayoutMk cId="2955806394" sldId="2147483857"/>
              <ac:spMk id="7" creationId="{9CD5B627-E439-376E-A00C-87BAFF059FD8}"/>
            </ac:spMkLst>
          </pc:spChg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796873790" sldId="2147483688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84150906" sldId="21474836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87354682" sldId="21474836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03582333" sldId="21474836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228049003" sldId="21474836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792487691" sldId="21474836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905085363" sldId="21474836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64879974" sldId="21474836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409454713" sldId="21474836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514753456" sldId="21474836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029583489" sldId="21474836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50278993" sldId="21474836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62346103" sldId="21474837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4626524" sldId="21474837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18063356" sldId="21474837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97874154" sldId="21474837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56016229" sldId="21474837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5754782" sldId="21474837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641047652" sldId="21474837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966058294" sldId="21474837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4045898035" sldId="21474837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367888148" sldId="214748370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471693806" sldId="214748371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966063912" sldId="214748371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60060574" sldId="214748371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724620986" sldId="214748371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2309516815" sldId="214748371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838591635" sldId="214748371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3689569777" sldId="214748371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796873790" sldId="2147483688"/>
            <pc:sldLayoutMk cId="1449054947" sldId="2147483718"/>
          </pc:sldLayoutMkLst>
        </pc:sldLayoutChg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3019717993" sldId="2147483721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90540509" sldId="214748372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45955616" sldId="214748372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373069768" sldId="214748372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8310696" sldId="214748372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4583100" sldId="214748372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00664866" sldId="214748372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09945386" sldId="214748372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6973335" sldId="214748372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10273019" sldId="214748373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74306383" sldId="214748373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35469312" sldId="214748373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0344886" sldId="214748373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576710307" sldId="214748373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323506196" sldId="214748373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65005264" sldId="214748373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36053005" sldId="214748373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751102930" sldId="214748373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6679731" sldId="214748373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4242986" sldId="214748374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803105" sldId="214748374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15575882" sldId="214748374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46534406" sldId="214748374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822962676" sldId="214748374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564599972" sldId="214748374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37344640" sldId="214748374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63048596" sldId="214748374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37457157" sldId="214748374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867332117" sldId="214748374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664684500" sldId="214748375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47755640" sldId="214748375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694287592" sldId="214748375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916289161" sldId="214748375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73851485" sldId="214748375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204506051" sldId="214748375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96467609" sldId="214748375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639986688" sldId="214748375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423251099" sldId="214748375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40388848" sldId="214748375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846870229" sldId="214748376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74044036" sldId="214748376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018966567" sldId="214748376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548756782" sldId="214748376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142522750" sldId="214748376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65451033" sldId="214748376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073067958" sldId="214748376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334411" sldId="214748376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96061951" sldId="214748376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091879063" sldId="214748376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912005905" sldId="214748377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28945527" sldId="214748377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159199245" sldId="214748377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1790079700" sldId="21474837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907562166" sldId="21474837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3932370895" sldId="21474837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4263046682" sldId="21474837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3019717993" sldId="2147483721"/>
            <pc:sldLayoutMk cId="2871888986" sldId="2147483778"/>
          </pc:sldLayoutMkLst>
        </pc:sldLayoutChg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557963285" sldId="2147483826"/>
        </pc:sldMasterMkLst>
      </pc:sldMasterChg>
      <pc:sldMasterChg chg="del sldLayoutOrd">
        <pc:chgData name="Igor Olikh" userId="1328ee0d-9399-4cbc-ab56-cda090069563" providerId="ADAL" clId="{8D3AC5F2-1B54-5E98-A848-B74F637A4C2C}" dt="2026-05-19T14:13:57.125" v="11"/>
        <pc:sldMasterMkLst>
          <pc:docMk/>
          <pc:sldMasterMk cId="2706153768" sldId="2147483858"/>
        </pc:sldMasterMkLst>
      </pc:sldMasterChg>
      <pc:sldMasterChg chg="del delSldLayout">
        <pc:chgData name="Igor Olikh" userId="1328ee0d-9399-4cbc-ab56-cda090069563" providerId="ADAL" clId="{8D3AC5F2-1B54-5E98-A848-B74F637A4C2C}" dt="2026-05-19T14:13:57.012" v="9"/>
        <pc:sldMasterMkLst>
          <pc:docMk/>
          <pc:sldMasterMk cId="817872191" sldId="2147483873"/>
        </pc:sldMasterMkLst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22133132" sldId="214748387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1458623" sldId="214748387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369666712" sldId="214748387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092841322" sldId="214748387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07970381" sldId="214748387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92791904" sldId="214748387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33976819" sldId="214748388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42776971" sldId="214748388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9742681" sldId="214748388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646996607" sldId="214748388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419514" sldId="214748388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61651122" sldId="214748388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87273952" sldId="214748388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6334002" sldId="214748388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6899156" sldId="214748388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83747493" sldId="214748388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99307253" sldId="214748389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992675504" sldId="214748389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291511957" sldId="214748389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190050180" sldId="214748389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635364514" sldId="214748389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001609255" sldId="214748389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939689633" sldId="214748389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452695511" sldId="214748389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636956675" sldId="214748389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4162011772" sldId="2147483899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109704297" sldId="2147483900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536336827" sldId="2147483901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954341679" sldId="2147483902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31419693" sldId="2147483903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388061686" sldId="2147483904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795748286" sldId="2147483905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722713415" sldId="2147483906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137097061" sldId="2147483907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329188900" sldId="2147483908"/>
          </pc:sldLayoutMkLst>
        </pc:sldLayoutChg>
        <pc:sldLayoutChg chg="del">
          <pc:chgData name="Igor Olikh" userId="1328ee0d-9399-4cbc-ab56-cda090069563" providerId="ADAL" clId="{8D3AC5F2-1B54-5E98-A848-B74F637A4C2C}" dt="2026-05-19T14:13:57.012" v="9"/>
          <pc:sldLayoutMkLst>
            <pc:docMk/>
            <pc:sldMasterMk cId="817872191" sldId="2147483873"/>
            <pc:sldLayoutMk cId="2341760836" sldId="2147483909"/>
          </pc:sldLayoutMkLst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2D6EB-E286-3D42-B85C-DFC07C01AF2A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F1E977-439E-5C49-9B73-78A87BE9B9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09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12132327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5CECF-EA79-9AEF-B2DF-5EE2B3DF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44E51-A775-D088-F2E0-3A00FA137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9EC17-D9DA-E9C4-57CA-4A0B75DAA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9E42E-FFDC-C007-3FDA-B08684EE4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64F9-7322-EA6D-4F86-9C93BA9493B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980715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DC518-0B09-0B21-199E-B965DC101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592E5-CFA7-1473-06AC-30EE760A6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B685B-8995-5E9E-36E3-C4D70687E5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33FF3-EBFF-F7CA-6F98-1E904E9AC3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4C2F-66F7-B6C6-150F-FC26A7AC235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3675697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8E342-3229-0668-F289-ECAACC8C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EBDC0-D0CB-1525-3094-A9BDEAC2F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C940A4-186B-0D4B-BF92-24A3FD68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600" dirty="0"/>
              <a:t>Ankit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592BF-D5FE-4BE9-25C8-B88998076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0F6D1-2110-6978-2618-BD4EAF99689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</p:spTree>
    <p:extLst>
      <p:ext uri="{BB962C8B-B14F-4D97-AF65-F5344CB8AC3E}">
        <p14:creationId xmlns:p14="http://schemas.microsoft.com/office/powerpoint/2010/main" val="26189454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0019F-CB9E-3CD3-1A78-5B5D0067E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1999C-29DB-B94A-12EF-6AB5B2F82F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19850" cy="3611563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4FC92-1B30-ECAB-288C-CEC76C97A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Ankit</a:t>
            </a:r>
            <a:endParaRPr lang="en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8D1A9-F1EB-7EA6-9E13-DD2307247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2E38B8-B0B4-AD41-AC6E-B781F46A9FD3}" type="slidenum">
              <a:rPr kumimoji="0" lang="en-US" sz="6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pPr marL="0" marR="0" lvl="0" indent="0" algn="r" defTabSz="182937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BM Plex Sans Light" panose="020B0503050203000203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8DE9-6B15-52E2-703E-E91670D98FA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182937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33744481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4C94-949B-FECF-9DC0-6B5DC991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B1D1CB-1D6D-F891-2149-5E53538C2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82D06-E55D-A1C4-B19D-0296D166B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6E5D9-28AF-0B1B-ADBE-D0257985B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F1E977-439E-5C49-9B73-78A87BE9B93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04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6375" y="228600"/>
            <a:ext cx="6432550" cy="3619500"/>
          </a:xfrm>
        </p:spPr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206710" y="4087090"/>
            <a:ext cx="6419088" cy="463781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l" defTabSz="6859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</a:rPr>
              <a:t>IBM Security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4605E-44B7-3E16-402C-F9B3EE148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2E38B8-B0B4-AD41-AC6E-B781F46A9FD3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952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emf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148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7589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30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209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8626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338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6706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71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32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816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56405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708536"/>
      </p:ext>
    </p:extLst>
  </p:cSld>
  <p:clrMapOvr>
    <a:masterClrMapping/>
  </p:clrMapOvr>
  <p:transition spd="slow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747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0B049-EE5A-2F51-AFC0-38FD497E8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9F150-AEDA-C90F-8B32-A30557AE4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E5CB4-7C5E-1027-0A71-D38FFEAA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73705-D387-5C50-72CD-70E51BA74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46090-32FE-CE0F-764C-907EF2F51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297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6A526-2629-CD0F-8A42-0FDA5B46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F0AB7-DF9A-DBB6-D798-366A8B04D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49DD5-124D-D0A7-42BA-374BCE69B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591F-09E3-913D-F697-D057CA7C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127A5-AEEA-EDEC-DBFE-59776BC4B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9435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5CF9-333B-BA7D-8898-62ED9B4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20C7D-15D1-C51A-CD14-0AED2EFC14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7E84-8FB6-0EFC-BFE7-4BF79B8034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171EC4-2084-4BE9-727D-A36AD240B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6C7D4-9A0A-9B01-4E22-58FDFE27C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2D24-AACF-95F0-9BE8-098DB8D4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4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42993-934F-9C4F-8B87-D892735E6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44243E-3330-BD3E-0A7B-3BA6DA37E4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37D569-98A8-E0E0-58E0-FFDCC057BC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F556F7-59DF-44FA-3E1B-4634EABA30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E2D3E2-FC33-E64C-BDB1-B1683D49EB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6C14A-4653-C4DB-ECC6-6F40A4B1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0CD931-BE2D-8655-AE08-9C0E6E5CE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92E9A7-BD0F-9037-2FF4-B1DFF4C75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076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7AC67-C819-B705-B70A-ED5815C83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63B814-3CE6-274E-4BE5-B0DEA77D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93C12-860A-37DD-2781-DB5D9CE3C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95E1B-B25D-0969-DB23-140DA26C4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23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DC8AFA-9295-E312-2BE4-E30FEA2E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E40F0B-A24A-96F0-8CEB-21497311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3EAB7-D2E2-664F-511D-C12A627B5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580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7686-2A46-EF7E-FB3C-4448AD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C8059-4DAE-FFB3-17DA-F3A788BB8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30CE9-231B-6E26-FB30-4AEC4D3591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C2F146-E74E-0BA6-5E7C-E65EBB0A3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A54993-E6B8-7B71-D520-91A593100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F987E4-0322-4489-DF0A-8626AE4C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9890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49A60-463B-C6EA-363E-D84B62DB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BF493-C59B-44E4-5F35-67E7454232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D8220-759E-5B23-A0BC-99EDC49C9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F95E18-46C7-BAB3-2132-9EA174BF5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4F05D-D474-0619-3217-E679589E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802B93-3141-6A51-CD97-B1BF39BC9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78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6042C-AE49-97E1-CB4B-CBDF3CA54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1A801D-D1F3-3494-A79B-17544F14D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FE7E8-8262-7140-43D9-66E2DB6A7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A1275E-DE36-3AA9-54D5-C71BF90C7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C6B69-A203-50B6-0EEE-B7D5647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981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6B0397-6F93-2546-1F59-D68B1581AF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4188D6-D1B3-189C-B480-EAB268514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F00A93-1392-37EC-E5E0-86CC080EB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D2148-F34C-D7B7-8A6D-3AA50437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37B397-7BC4-5B94-5AB5-691CB78BE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890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460743"/>
      </p:ext>
    </p:extLst>
  </p:cSld>
  <p:clrMapOvr>
    <a:masterClrMapping/>
  </p:clrMapOvr>
  <p:transition spd="slow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17423"/>
            <a:ext cx="5521400" cy="58464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© 2023 IBM CONFIDENTIAL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8" y="288037"/>
            <a:ext cx="5942827" cy="287451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0" y="6469420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26224"/>
      </p:ext>
    </p:extLst>
  </p:cSld>
  <p:clrMapOvr>
    <a:masterClrMapping/>
  </p:clrMapOvr>
  <p:transition spd="slow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820645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8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6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6425"/>
      </p:ext>
    </p:extLst>
  </p:cSld>
  <p:clrMapOvr>
    <a:masterClrMapping/>
  </p:clrMapOvr>
  <p:transition spd="slow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21926"/>
      </p:ext>
    </p:extLst>
  </p:cSld>
  <p:clrMapOvr>
    <a:masterClrMapping/>
  </p:clrMapOvr>
  <p:transition spd="slow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vious Released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763524"/>
            <a:ext cx="5521401" cy="67710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</a:t>
            </a:r>
            <a:br>
              <a:rPr lang="en-US"/>
            </a:br>
            <a:r>
              <a:rPr lang="en-US"/>
              <a:t>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E5F6FF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8E6433E-1F9B-D5D7-C3BD-332CFFF00E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AB65B258-0EC8-2418-5AE9-BE881E8A363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38848836"/>
      </p:ext>
    </p:extLst>
  </p:cSld>
  <p:clrMapOvr>
    <a:masterClrMapping/>
  </p:clrMapOvr>
  <p:transition spd="slow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ease Product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33855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92D05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E31BEF-4D0C-A8C2-6459-B2B189FDC7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8B14AEDC-B194-5053-25B1-99F76E3486A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7744736"/>
      </p:ext>
    </p:extLst>
  </p:cSld>
  <p:clrMapOvr>
    <a:masterClrMapping/>
  </p:clrMapOvr>
  <p:transition spd="slow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 Future Featur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19114" cy="338554"/>
          </a:xfrm>
        </p:spPr>
        <p:txBody>
          <a:bodyPr wrap="square" rIns="457200">
            <a:spAutoFit/>
          </a:bodyPr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19115" cy="223331"/>
          </a:xfrm>
        </p:spPr>
        <p:txBody>
          <a:bodyPr wrap="square"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5AC35E8-8E61-31F9-B72E-66EF0FE5AD8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83300" y="5143500"/>
            <a:ext cx="5524575" cy="1218407"/>
          </a:xfrm>
        </p:spPr>
        <p:txBody>
          <a:bodyPr anchor="b" anchorCtr="0"/>
          <a:lstStyle>
            <a:lvl1pPr>
              <a:spcBef>
                <a:spcPts val="600"/>
              </a:spcBef>
              <a:defRPr sz="1400" i="0"/>
            </a:lvl1pPr>
            <a:lvl2pPr>
              <a:spcBef>
                <a:spcPts val="600"/>
              </a:spcBef>
              <a:defRPr sz="1400" i="0"/>
            </a:lvl2pPr>
            <a:lvl3pPr>
              <a:defRPr sz="1400" i="0"/>
            </a:lvl3pPr>
            <a:lvl4pPr>
              <a:defRPr sz="1400" i="0"/>
            </a:lvl4pPr>
            <a:lvl5pPr>
              <a:defRPr sz="1400" i="0"/>
            </a:lvl5pPr>
          </a:lstStyle>
          <a:p>
            <a:pPr lvl="0"/>
            <a:r>
              <a:rPr lang="en-US"/>
              <a:t>Click to edit Master caption style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E6CC9E-0E49-3C10-C73F-6B80928C08E5}"/>
              </a:ext>
            </a:extLst>
          </p:cNvPr>
          <p:cNvCxnSpPr/>
          <p:nvPr userDrawn="1"/>
        </p:nvCxnSpPr>
        <p:spPr bwMode="auto">
          <a:xfrm>
            <a:off x="6095206" y="288925"/>
            <a:ext cx="0" cy="6072982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E9B5CDC-6DE8-1674-D92B-37E13B02AB0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142810" y="288925"/>
            <a:ext cx="2765065" cy="370682"/>
          </a:xfrm>
          <a:solidFill>
            <a:srgbClr val="FFFF00"/>
          </a:solidFill>
        </p:spPr>
        <p:txBody>
          <a:bodyPr anchor="ctr" anchorCtr="0"/>
          <a:lstStyle>
            <a:lvl1pPr algn="ctr">
              <a:defRPr sz="1400" i="1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FD3993F-4B6D-26CE-1DC2-0EC0FD3E3A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7999" y="1799432"/>
            <a:ext cx="5519114" cy="708819"/>
          </a:xfrm>
        </p:spPr>
        <p:txBody>
          <a:bodyPr anchor="ctr" anchorCtr="0"/>
          <a:lstStyle>
            <a:lvl1pPr>
              <a:lnSpc>
                <a:spcPct val="100000"/>
              </a:lnSpc>
              <a:defRPr sz="1800">
                <a:solidFill>
                  <a:srgbClr val="0F62FE"/>
                </a:solidFill>
              </a:defRPr>
            </a:lvl1pPr>
            <a:lvl2pPr>
              <a:lnSpc>
                <a:spcPct val="100000"/>
              </a:lnSpc>
              <a:defRPr sz="2200"/>
            </a:lvl2pPr>
            <a:lvl3pPr>
              <a:lnSpc>
                <a:spcPct val="100000"/>
              </a:lnSpc>
              <a:defRPr sz="2200"/>
            </a:lvl3pPr>
            <a:lvl4pPr>
              <a:lnSpc>
                <a:spcPct val="100000"/>
              </a:lnSpc>
              <a:defRPr sz="2200"/>
            </a:lvl4pPr>
            <a:lvl5pPr>
              <a:lnSpc>
                <a:spcPct val="100000"/>
              </a:lnSpc>
              <a:defRPr sz="2200"/>
            </a:lvl5pPr>
          </a:lstStyle>
          <a:p>
            <a:pPr lvl="0"/>
            <a:r>
              <a:rPr lang="en-US"/>
              <a:t>Click to edit </a:t>
            </a:r>
            <a:br>
              <a:rPr lang="en-US"/>
            </a:br>
            <a:r>
              <a:rPr lang="en-US"/>
              <a:t>Master </a:t>
            </a:r>
            <a:br>
              <a:rPr lang="en-US"/>
            </a:br>
            <a:r>
              <a:rPr lang="en-US"/>
              <a:t>subtitle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EEE9A76D-7584-6CD1-F561-F9230B7FBE7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287999" y="2571750"/>
            <a:ext cx="5519114" cy="3853657"/>
          </a:xfrm>
        </p:spPr>
        <p:txBody>
          <a:bodyPr anchor="ctr" anchorCtr="0"/>
          <a:lstStyle>
            <a:lvl1pPr>
              <a:spcBef>
                <a:spcPts val="600"/>
              </a:spcBef>
              <a:defRPr sz="1600"/>
            </a:lvl1pPr>
            <a:lvl2pPr>
              <a:spcBef>
                <a:spcPts val="600"/>
              </a:spcBef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1566425"/>
      </p:ext>
    </p:extLst>
  </p:cSld>
  <p:clrMapOvr>
    <a:masterClrMapping/>
  </p:clrMapOvr>
  <p:transition spd="slow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412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27537"/>
      </p:ext>
    </p:extLst>
  </p:cSld>
  <p:clrMapOvr>
    <a:masterClrMapping/>
  </p:clrMapOvr>
  <p:transition spd="slow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993280"/>
      </p:ext>
    </p:extLst>
  </p:cSld>
  <p:clrMapOvr>
    <a:masterClrMapping/>
  </p:clrMapOvr>
  <p:transition spd="slow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788925"/>
            <a:ext cx="5524575" cy="521130"/>
          </a:xfrm>
        </p:spPr>
        <p:txBody>
          <a:bodyPr rIns="457200"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E971D57-BD35-C331-FC74-64C89084CD0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DB6FB0-3BCC-B810-B627-61334C28441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284126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0AE6E44-B920-A434-C241-6DA13C7F866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659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111C9A8-E841-67D4-07EE-1157D795A6A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85193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305709C-145E-6782-44FE-129574BA5CF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435727" y="1714500"/>
            <a:ext cx="2477765" cy="450135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654BCB6-F17B-FF03-CD43-03BF339F63A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84126" y="1309688"/>
            <a:ext cx="5528543" cy="492919"/>
          </a:xfrm>
        </p:spPr>
        <p:txBody>
          <a:bodyPr/>
          <a:lstStyle>
            <a:lvl1pPr>
              <a:defRPr>
                <a:solidFill>
                  <a:srgbClr val="0F62FE"/>
                </a:solidFill>
              </a:defRPr>
            </a:lvl1pPr>
          </a:lstStyle>
          <a:p>
            <a:pPr lvl="0"/>
            <a:r>
              <a:rPr lang="en-US"/>
              <a:t>Click to edit Master subtitle text</a:t>
            </a:r>
          </a:p>
        </p:txBody>
      </p:sp>
    </p:spTree>
    <p:extLst>
      <p:ext uri="{BB962C8B-B14F-4D97-AF65-F5344CB8AC3E}">
        <p14:creationId xmlns:p14="http://schemas.microsoft.com/office/powerpoint/2010/main" val="1549337423"/>
      </p:ext>
    </p:extLst>
  </p:cSld>
  <p:clrMapOvr>
    <a:masterClrMapping/>
  </p:clrMapOvr>
  <p:transition spd="slow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1" y="210312"/>
            <a:ext cx="8569797" cy="4095750"/>
          </a:xfrm>
        </p:spPr>
        <p:txBody>
          <a:bodyPr/>
          <a:lstStyle>
            <a:lvl1pPr>
              <a:defRPr sz="8596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4153049590"/>
      </p:ext>
    </p:extLst>
  </p:cSld>
  <p:clrMapOvr>
    <a:masterClrMapping/>
  </p:clrMapOvr>
  <p:transition spd="slow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0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04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06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10" indent="-91404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6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231003636"/>
      </p:ext>
    </p:extLst>
  </p:cSld>
  <p:clrMapOvr>
    <a:masterClrMapping/>
  </p:clrMapOvr>
  <p:transition spd="slow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984244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154716"/>
      </p:ext>
    </p:extLst>
  </p:cSld>
  <p:clrMapOvr>
    <a:masterClrMapping/>
  </p:clrMapOvr>
  <p:transition spd="slow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0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8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8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22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46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68" indent="-73122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2840163"/>
      </p:ext>
    </p:extLst>
  </p:cSld>
  <p:clrMapOvr>
    <a:masterClrMapping/>
  </p:clrMapOvr>
  <p:transition spd="slow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573609653"/>
      </p:ext>
    </p:extLst>
  </p:cSld>
  <p:clrMapOvr>
    <a:masterClrMapping/>
  </p:clrMapOvr>
  <p:transition spd="slow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56554221"/>
      </p:ext>
    </p:extLst>
  </p:cSld>
  <p:clrMapOvr>
    <a:masterClrMapping/>
  </p:clrMapOvr>
  <p:transition spd="slow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984629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208587"/>
      </p:ext>
    </p:extLst>
  </p:cSld>
  <p:clrMapOvr>
    <a:masterClrMapping/>
  </p:clrMapOvr>
  <p:transition spd="slow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977404"/>
      </p:ext>
    </p:extLst>
  </p:cSld>
  <p:clrMapOvr>
    <a:masterClrMapping/>
  </p:clrMapOvr>
  <p:transition spd="slow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586083"/>
      </p:ext>
    </p:extLst>
  </p:cSld>
  <p:clrMapOvr>
    <a:masterClrMapping/>
  </p:clrMapOvr>
  <p:transition spd="slow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7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6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30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894" indent="-127964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IBM Confidential Until Launch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1715871"/>
      </p:ext>
    </p:extLst>
  </p:cSld>
  <p:clrMapOvr>
    <a:masterClrMapping/>
  </p:clrMapOvr>
  <p:transition spd="med"/>
  <p:hf sldNum="0"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arge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dirty="0"/>
              <a:t>IBM Security | </a:t>
            </a:r>
            <a:r>
              <a:rPr lang="en-US" dirty="0" err="1"/>
              <a:t>QRadar</a:t>
            </a:r>
            <a:r>
              <a:rPr lang="en-US" dirty="0"/>
              <a:t> XDR | © 2023 IBM Corporation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7911" y="6469421"/>
            <a:ext cx="136791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9B7079-DD98-3EE7-22A9-48AABC5BC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7919465"/>
      </p:ext>
    </p:extLst>
  </p:cSld>
  <p:clrMapOvr>
    <a:masterClrMapping/>
  </p:clrMapOvr>
  <p:transition spd="slow">
    <p:fade/>
  </p:transition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7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7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879206"/>
      </p:ext>
    </p:extLst>
  </p:cSld>
  <p:clrMapOvr>
    <a:masterClrMapping/>
  </p:clrMapOvr>
  <p:transition spd="slow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856059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2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296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721A43-8218-CDEA-AAE4-D824792ACE2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2421188"/>
      </p:ext>
    </p:extLst>
  </p:cSld>
  <p:clrMapOvr>
    <a:masterClrMapping/>
  </p:clrMapOvr>
  <p:transition spd="slow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2" y="210312"/>
            <a:ext cx="8569797" cy="4095750"/>
          </a:xfrm>
        </p:spPr>
        <p:txBody>
          <a:bodyPr/>
          <a:lstStyle>
            <a:lvl1pPr>
              <a:defRPr sz="8594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1083011172"/>
      </p:ext>
    </p:extLst>
  </p:cSld>
  <p:clrMapOvr>
    <a:masterClrMapping/>
  </p:clrMapOvr>
  <p:transition spd="slow"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8001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386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769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155" indent="-91386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7" y="6402118"/>
            <a:ext cx="2477765" cy="190500"/>
          </a:xfrm>
        </p:spPr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2447341984"/>
      </p:ext>
    </p:extLst>
  </p:cSld>
  <p:clrMapOvr>
    <a:masterClrMapping/>
  </p:clrMapOvr>
  <p:transition spd="slow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yebrow and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1" y="763524"/>
            <a:ext cx="5521401" cy="983987"/>
          </a:xfrm>
        </p:spPr>
        <p:txBody>
          <a:bodyPr rIns="457200">
            <a:spAutoFit/>
          </a:bodyPr>
          <a:lstStyle>
            <a:lvl1pPr>
              <a:lnSpc>
                <a:spcPct val="100000"/>
              </a:lnSpc>
              <a:defRPr sz="3197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5520702" cy="224028"/>
          </a:xfrm>
        </p:spPr>
        <p:txBody>
          <a:bodyPr>
            <a:spAutoFit/>
          </a:bodyPr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90987"/>
      </p:ext>
    </p:extLst>
  </p:cSld>
  <p:clrMapOvr>
    <a:masterClrMapping/>
  </p:clrMapOvr>
  <p:transition spd="slow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001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7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7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0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17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324" indent="-7310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IBM Security / For IBM and Business Partner Use Only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1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53497"/>
      </p:ext>
    </p:extLst>
  </p:cSld>
  <p:clrMapOvr>
    <a:masterClrMapping/>
  </p:clrMapOvr>
  <p:transition spd="slow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9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76535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 descr="Vertical column divider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Picture Placeholder 13" descr="Place pictogram here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 descr="Vertical column divider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Picture Placeholder 13" descr="Place pictogram here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Picture Placeholder 13" descr="Place pictogram here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411389"/>
      </p:ext>
    </p:extLst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1624C-6457-D753-E522-B70AFE53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79D50C-2703-5360-6A8B-31FF6834EB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09" indent="0" algn="ctr">
              <a:buNone/>
              <a:defRPr sz="2000"/>
            </a:lvl2pPr>
            <a:lvl3pPr marL="914217" indent="0" algn="ctr">
              <a:buNone/>
              <a:defRPr sz="1800"/>
            </a:lvl3pPr>
            <a:lvl4pPr marL="1371326" indent="0" algn="ctr">
              <a:buNone/>
              <a:defRPr sz="1600"/>
            </a:lvl4pPr>
            <a:lvl5pPr marL="1828434" indent="0" algn="ctr">
              <a:buNone/>
              <a:defRPr sz="1600"/>
            </a:lvl5pPr>
            <a:lvl6pPr marL="2285543" indent="0" algn="ctr">
              <a:buNone/>
              <a:defRPr sz="1600"/>
            </a:lvl6pPr>
            <a:lvl7pPr marL="2742651" indent="0" algn="ctr">
              <a:buNone/>
              <a:defRPr sz="1600"/>
            </a:lvl7pPr>
            <a:lvl8pPr marL="3199760" indent="0" algn="ctr">
              <a:buNone/>
              <a:defRPr sz="1600"/>
            </a:lvl8pPr>
            <a:lvl9pPr marL="365686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7D93D-8F76-6B4D-98F5-B56527389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363CB0-67AE-D446-85BD-0BC988321D20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97766-616C-18DA-247B-6A380728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C3E1A8-00B6-62B0-328C-06350819C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CFB7B-1A61-8C42-8CCF-41DC2BF303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641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8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6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30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894" indent="-127964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8000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20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51785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 descr="Place imagery here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20" y="285750"/>
            <a:ext cx="5520847" cy="6289332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pic>
        <p:nvPicPr>
          <p:cNvPr id="3" name="Picture 2" descr="IBM 8-bar logo">
            <a:extLst>
              <a:ext uri="{FF2B5EF4-FFF2-40B4-BE49-F238E27FC236}">
                <a16:creationId xmlns:a16="http://schemas.microsoft.com/office/drawing/2014/main" id="{5C99EA1F-50F2-8D44-9784-4C9D555553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0006" y="6288882"/>
            <a:ext cx="769062" cy="2862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C22CE22-4A72-C394-2534-3F9CEE59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63" y="155575"/>
            <a:ext cx="5049878" cy="5178425"/>
          </a:xfrm>
        </p:spPr>
        <p:txBody>
          <a:bodyPr/>
          <a:lstStyle>
            <a:lvl1pPr>
              <a:lnSpc>
                <a:spcPct val="100000"/>
              </a:lnSpc>
              <a:defRPr sz="4198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06394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A7055A2-0B5C-73F2-C2DB-FC7245A7AB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0007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31440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404A9AD-5866-6BA4-C928-31A5F88EF1E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D4A8A02-E5FB-018D-1574-2015680C3A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8F6040-10C6-A4A5-7C1E-09A9F553C0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979739"/>
      </p:ext>
    </p:extLst>
  </p:cSld>
  <p:clrMapOvr>
    <a:masterClrMapping/>
  </p:clrMapOvr>
  <p:transition spd="med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cy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D23798D-A03E-2BC6-136A-14C1E387E723}"/>
              </a:ext>
            </a:extLst>
          </p:cNvPr>
          <p:cNvSpPr/>
          <p:nvPr userDrawn="1"/>
        </p:nvSpPr>
        <p:spPr bwMode="auto">
          <a:xfrm>
            <a:off x="0" y="0"/>
            <a:ext cx="12192000" cy="6000750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45714" tIns="45714" rIns="45714" bIns="45714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10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</a:pPr>
            <a:endParaRPr kumimoji="0" lang="en-US" sz="7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28CADC67-06E4-9D0B-7A49-159C1E99D51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6044184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BAFC6AD-C46B-8438-C789-096006859E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5316" y="6042370"/>
            <a:ext cx="2468622" cy="5715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12723-D775-EE21-95A9-8E6D8BA4DC2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573263"/>
      </p:ext>
    </p:extLst>
  </p:cSld>
  <p:clrMapOvr>
    <a:masterClrMapping/>
  </p:clrMapOvr>
  <p:transition spd="med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09496-D938-6EB1-106C-48C5E423E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215066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plain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2286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2629C-3C99-5809-3D6C-46ACEB922F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87998" y="6231636"/>
            <a:ext cx="5524575" cy="381000"/>
          </a:xfrm>
        </p:spPr>
        <p:txBody>
          <a:bodyPr anchor="b"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E26C6-9CEF-2A61-0C64-FAACB68F5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38525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170411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049878" cy="5239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5CD4FC-3A11-28F6-09EF-9089FE9596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72009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ry, half, business un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CD5B627-E439-376E-A00C-87BAFF059FD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3A412C-EE28-6248-612D-41BAAD7F0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049180" cy="4668838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E74B7-8F2A-46A5-97C4-76677246CF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288036"/>
            <a:ext cx="5049180" cy="285750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E0A3D1-7815-E46E-77D1-E2DC099B473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8888" y="6263482"/>
            <a:ext cx="81904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683366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75443B4-0187-FC99-0FDE-8EB191B6CE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647AD3-098B-D1AB-C8D8-463E38402F9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430110" y="284957"/>
            <a:ext cx="2474590" cy="5715794"/>
          </a:xfrm>
        </p:spPr>
        <p:txBody>
          <a:bodyPr/>
          <a:lstStyle>
            <a:lvl1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 defTabSz="580528"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5D1D2A7-CF30-5698-14FC-F71CB82D5B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28AA764-A00C-AFFF-7F3F-49A733DCD47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56999"/>
      </p:ext>
    </p:extLst>
  </p:cSld>
  <p:clrMapOvr>
    <a:masterClrMapping/>
  </p:clrMapOvr>
  <p:transition spd="med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192024"/>
            <a:ext cx="5524575" cy="1429544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4B74093-A800-CB62-8607-A04D569204E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89B0F8-E9A7-CF76-E87F-8D4302E8DA4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089374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7EC0-4BFB-A603-5703-0D692C62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300" y="210312"/>
            <a:ext cx="8569797" cy="4095750"/>
          </a:xfrm>
        </p:spPr>
        <p:txBody>
          <a:bodyPr/>
          <a:lstStyle>
            <a:lvl1pPr>
              <a:defRPr sz="8598" b="0" i="0">
                <a:solidFill>
                  <a:schemeClr val="tx2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76697187-0170-8894-23C9-28F80A0C3B2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C591478-AD3F-2EF7-29A4-36A887DC195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175331"/>
      </p:ext>
    </p:extLst>
  </p:cSld>
  <p:clrMapOvr>
    <a:masterClrMapping/>
  </p:clrMapOvr>
  <p:transition spd="med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head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4953942" cy="1429544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54631A-4ED7-F527-1CBC-9AF7BE2CB6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2795" y="224028"/>
            <a:ext cx="5520318" cy="4287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 marL="292549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2pPr>
            <a:lvl3pPr marL="548530" indent="-292549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3pPr>
            <a:lvl4pPr marL="877648"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82E6DCD-41A5-9DA3-C061-E8DA39B9905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E5947E-6D4A-9E09-E5A6-D31DBCAEE2C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83929"/>
      </p:ext>
    </p:extLst>
  </p:cSld>
  <p:clrMapOvr>
    <a:masterClrMapping/>
  </p:clrMapOvr>
  <p:transition spd="med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, stand-al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957-63E4-1587-AB6D-C18AE4E04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10312"/>
            <a:ext cx="7330121" cy="485854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510822-3D1B-0CFC-3FF0-1E55DA550F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FCFA7EA-8E9F-E01B-AB9C-B7BE7D3D11E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65204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B20D7FD-6784-59C5-938D-4728A153F5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998" y="4649724"/>
            <a:ext cx="5524575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↗︎00M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F395CBF-E65B-9A42-BAE5-C2B2BD9B7B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80919" y="4648200"/>
            <a:ext cx="5523781" cy="1771650"/>
          </a:xfrm>
        </p:spPr>
        <p:txBody>
          <a:bodyPr anchor="b"/>
          <a:lstStyle>
            <a:lvl1pPr>
              <a:lnSpc>
                <a:spcPct val="90000"/>
              </a:lnSpc>
              <a:spcBef>
                <a:spcPts val="0"/>
              </a:spcBef>
              <a:defRPr sz="12897" b="0" i="0">
                <a:solidFill>
                  <a:schemeClr val="accent1"/>
                </a:solidFill>
                <a:latin typeface="IBM Plex Sans ExtLt" panose="020B0303050203000203" pitchFamily="34" charset="0"/>
              </a:defRPr>
            </a:lvl1pPr>
          </a:lstStyle>
          <a:p>
            <a:r>
              <a:rPr lang="en-US"/>
              <a:t>+00%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A7285B0-4A1E-8885-0C0E-77D0ECA9CA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3809504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D5E03B0-C633-E81D-0D42-3FCCAFD64B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288036"/>
            <a:ext cx="3811091" cy="314404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4518A-7FBB-67DA-E35B-8BC0AAFC6062}"/>
              </a:ext>
            </a:extLst>
          </p:cNvPr>
          <p:cNvCxnSpPr/>
          <p:nvPr userDrawn="1"/>
        </p:nvCxnSpPr>
        <p:spPr bwMode="auto">
          <a:xfrm>
            <a:off x="609600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160DC6C8-AF18-F14B-A164-C49B271F59A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8F3E002C-97C5-3260-CB49-7E93DF3397C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851380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vertic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3301" y="213241"/>
            <a:ext cx="2474590" cy="95329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28523" y="214827"/>
            <a:ext cx="2474590" cy="951707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14884"/>
            <a:ext cx="2475384" cy="953956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166534"/>
            <a:ext cx="2475384" cy="483652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167327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166533"/>
            <a:ext cx="2476178" cy="4833423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5A7B871-06B9-0A3F-4D1D-A14D572C268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15DBF980-9C8F-3F7A-E896-C207BA2781B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716"/>
      </p:ext>
    </p:extLst>
  </p:cSld>
  <p:clrMapOvr>
    <a:masterClrMapping/>
  </p:clrMapOvr>
  <p:transition spd="med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2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81813D-DA09-FCA0-D570-1E2D428C59E9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B48808-B77B-7E67-E7EA-BCC945D4D5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300" y="201168"/>
            <a:ext cx="2474590" cy="2667794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</a:lstStyle>
          <a:p>
            <a:r>
              <a:rPr lang="en-US"/>
              <a:t>+000%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78CF2-9CD6-2749-A489-08A4608D0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201168"/>
            <a:ext cx="5523781" cy="2667794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16C1F9D-1D2C-5BDA-E821-35CB4A8708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300" y="3238500"/>
            <a:ext cx="2474590" cy="2667000"/>
          </a:xfrm>
        </p:spPr>
        <p:txBody>
          <a:bodyPr/>
          <a:lstStyle>
            <a:lvl1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defRPr sz="4299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+000M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C97FE8A-75E3-6FC8-02DD-50E0A4C8C9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3238500"/>
            <a:ext cx="5523781" cy="2667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1pPr>
            <a:lvl2pPr marL="393113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2pPr>
            <a:lvl3pPr marL="749658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3pPr>
            <a:lvl4pPr marL="1142771" indent="-393113"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42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EE9E1A-5619-752E-836B-A127FD2C7D7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0837D060-1DA4-2AC5-AC63-E1AFDD1637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132170"/>
      </p:ext>
    </p:extLst>
  </p:cSld>
  <p:clrMapOvr>
    <a:masterClrMapping/>
  </p:clrMapOvr>
  <p:transition spd="med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ta, 3 callouts, horizont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931BB-B3EF-829C-B354-B048514D5138}"/>
              </a:ext>
            </a:extLst>
          </p:cNvPr>
          <p:cNvCxnSpPr/>
          <p:nvPr userDrawn="1"/>
        </p:nvCxnSpPr>
        <p:spPr bwMode="auto">
          <a:xfrm>
            <a:off x="3333316" y="40957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3109C-6DA9-8F27-B4B1-EE276442E489}"/>
              </a:ext>
            </a:extLst>
          </p:cNvPr>
          <p:cNvCxnSpPr/>
          <p:nvPr userDrawn="1"/>
        </p:nvCxnSpPr>
        <p:spPr bwMode="auto">
          <a:xfrm>
            <a:off x="3333316" y="2000250"/>
            <a:ext cx="857138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BB79390-98CC-5F62-D373-F6646F767D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3316" y="205740"/>
            <a:ext cx="2475384" cy="1429544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r>
              <a:rPr lang="en-US"/>
              <a:t>00%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26D02D-89A9-0455-FACB-7B6D03346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7E465D-4B5F-2DAE-57C4-590983308A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021388"/>
            <a:ext cx="2475384" cy="571500"/>
          </a:xfrm>
        </p:spPr>
        <p:txBody>
          <a:bodyPr anchor="b"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DE7F16-A938-0D17-3BFA-034F142A808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3809504" cy="1429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FD8FB-143C-CB66-123C-0495EB1C33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21907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A1063D1-FD79-491C-791B-87858EA0CB8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4286250"/>
            <a:ext cx="3809504" cy="14287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516E6B1-7020-1EA5-CDD4-B1FC6CE27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33316" y="2093976"/>
            <a:ext cx="2475384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C11D906-6DD0-910D-48BA-0C197C90AA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33317" y="4201668"/>
            <a:ext cx="2475383" cy="1428753"/>
          </a:xfrm>
        </p:spPr>
        <p:txBody>
          <a:bodyPr/>
          <a:lstStyle>
            <a:lvl1pPr>
              <a:lnSpc>
                <a:spcPct val="90000"/>
              </a:lnSpc>
              <a:defRPr sz="6499">
                <a:solidFill>
                  <a:schemeClr val="accent1"/>
                </a:solidFill>
              </a:defRPr>
            </a:lvl1pPr>
          </a:lstStyle>
          <a:p>
            <a:r>
              <a:rPr lang="en-US"/>
              <a:t>00%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22EFDDC-A614-EFF6-CE30-E60F4DB9F75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5C67502-D618-DC10-9CCC-905693ABB58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6854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7B282-9F6A-839A-442D-69BC9DF374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8A9E4F-B41B-2A68-ED74-D619432AAB2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BB77C83-5304-5E09-3590-D4337DA42A4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452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short divide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1239EA8E-6B4C-405F-E7F6-ABB450E0710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9681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AB2974-AD95-0BF2-C41A-265AEF03B4F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1714500"/>
            <a:ext cx="0" cy="42862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DB8CB8D-C4DB-E357-4948-59CD6A18A9DC}"/>
              </a:ext>
            </a:extLst>
          </p:cNvPr>
          <p:cNvCxnSpPr/>
          <p:nvPr userDrawn="1"/>
        </p:nvCxnSpPr>
        <p:spPr bwMode="auto">
          <a:xfrm>
            <a:off x="6093683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5887E5-28C4-AA99-EBD5-E34B88F46F25}"/>
              </a:ext>
            </a:extLst>
          </p:cNvPr>
          <p:cNvCxnSpPr/>
          <p:nvPr userDrawn="1"/>
        </p:nvCxnSpPr>
        <p:spPr bwMode="auto">
          <a:xfrm>
            <a:off x="9142810" y="1714500"/>
            <a:ext cx="0" cy="4288536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DB52D7E1-3828-A1B9-9239-637B1E2A543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769EE7B3-BC6A-6676-8FA2-607F9B08DA3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29242"/>
      </p:ext>
    </p:extLst>
  </p:cSld>
  <p:clrMapOvr>
    <a:masterClrMapping/>
  </p:clrMapOvr>
  <p:transition spd="med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headlin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2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3316" y="288036"/>
            <a:ext cx="2477765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6EB28FF-C21F-A83D-2D19-2242B76C6B09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D7A0E74-695D-C6F5-07CD-01209D58A70A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E1AC9A-B000-435B-E4BC-54B09FB795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B96005D4-0874-989F-217D-8A2592F81D5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E3F3A850-F28F-F30E-5505-EA11791B052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284125" y="6402118"/>
            <a:ext cx="2477765" cy="1905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445774"/>
      </p:ext>
    </p:extLst>
  </p:cSld>
  <p:clrMapOvr>
    <a:masterClrMapping/>
  </p:clrMapOvr>
  <p:transition spd="med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4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34332-B5B5-4358-3C72-8B35F374A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048544"/>
          </a:xfrm>
        </p:spPr>
        <p:txBody>
          <a:bodyPr/>
          <a:lstStyle>
            <a:lvl1pPr>
              <a:lnSpc>
                <a:spcPct val="110000"/>
              </a:lnSpc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9C4772-2960-241E-274D-18A4B5568D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2477765" cy="200025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7CF39F-F0FC-7815-2582-A13E0599BC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8C92137-8AC3-46D8-C9A2-F6F058938B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185" y="1714500"/>
            <a:ext cx="247073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380211-AA5F-2F8D-309F-DC766DF1EF5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1714500"/>
            <a:ext cx="2476177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37C5D5A-A533-DB2D-8BBE-C9DAA013CA0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33316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81413BEF-DDD1-548F-409B-224DE030B67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7345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37C3DBB-1177-5FC6-7F7F-E6C5931C96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428522" y="288036"/>
            <a:ext cx="607997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E782CF-665F-3C56-698C-16112EB19B2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D695107-5427-4D2D-F88F-89BA74127CB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B07B4A-5DB5-8126-EA79-502787053E82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D829559-0A72-8826-E06A-C6CCD39750A4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">
            <a:extLst>
              <a:ext uri="{FF2B5EF4-FFF2-40B4-BE49-F238E27FC236}">
                <a16:creationId xmlns:a16="http://schemas.microsoft.com/office/drawing/2014/main" id="{D2A45AB7-102C-FBDF-94FD-99783B6A5A1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081142"/>
      </p:ext>
    </p:extLst>
  </p:cSld>
  <p:clrMapOvr>
    <a:masterClrMapping/>
  </p:clrMapOvr>
  <p:transition spd="med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1 wide column, 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6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2554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3B922-FA59-5165-48BF-0B57DFD663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5C3B405E-94D1-4A09-C6BF-A66D9CBEF63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602717"/>
      </p:ext>
    </p:extLst>
  </p:cSld>
  <p:clrMapOvr>
    <a:masterClrMapping/>
  </p:clrMapOvr>
  <p:transition spd="med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wide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6C39-902F-3DA0-AAF4-319DA8AE3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3711980" cy="953294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BA43D-8D00-4EDB-B803-D1EEE6CE2C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714500"/>
            <a:ext cx="5049180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D32DCE7C-29C5-BC86-B154-7DD0C4F055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714500"/>
            <a:ext cx="5047593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2pPr>
            <a:lvl3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3pPr>
            <a:lvl4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A0F4B3-D63C-0D8F-2804-F97776F90E4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38EC09FB-402F-F3CE-E1D2-51583F1BCC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62533"/>
      </p:ext>
    </p:extLst>
  </p:cSld>
  <p:clrMapOvr>
    <a:masterClrMapping/>
  </p:clrMapOvr>
  <p:transition spd="med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2193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8036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C7A51FE3-0F54-1487-47B4-164B5B802CA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178626"/>
      </p:ext>
    </p:extLst>
  </p:cSld>
  <p:clrMapOvr>
    <a:masterClrMapping/>
  </p:clrMapOvr>
  <p:transition spd="med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91A7-388D-D543-2C74-58FA1F3BC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6178" cy="2286794"/>
          </a:xfr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E09569-73DF-2226-A7D7-ABBE84A47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B0D0BB0-9896-0353-D972-26B687C3D8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A54578-ECD5-347E-35A9-C3F93EB8CD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45FF4F8-7F82-E9C2-8046-C791019E169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82646"/>
      </p:ext>
    </p:extLst>
  </p:cSld>
  <p:clrMapOvr>
    <a:masterClrMapping/>
  </p:clrMapOvr>
  <p:transition spd="med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010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9BFC0CA6-CE6F-D94C-2967-FBF2240020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06485"/>
      </p:ext>
    </p:extLst>
  </p:cSld>
  <p:clrMapOvr>
    <a:masterClrMapping/>
  </p:clrMapOvr>
  <p:transition spd="med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E75BA-E283-08AE-B230-A89A2245C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288036"/>
            <a:ext cx="2474591" cy="2286794"/>
          </a:xfrm>
        </p:spPr>
        <p:txBody>
          <a:bodyPr rIns="0"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8AF10F27-0178-9C93-8741-F0241501B4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17CD3DC6-7946-2D82-C3E4-10BC579C88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76279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98D950-EA52-ABF9-D15D-C6C8FE9464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A501ADC5-5846-FF23-F5DB-93E8D05863E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31697" y="1714500"/>
            <a:ext cx="2476178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E734E-170F-6CE2-C852-A644ACB8F4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8CF1D655-1791-BEF3-D8AA-E589057E73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539046"/>
      </p:ext>
    </p:extLst>
  </p:cSld>
  <p:clrMapOvr>
    <a:masterClrMapping/>
  </p:clrMapOvr>
  <p:transition spd="med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2 columns, dividers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2474590" cy="570707"/>
          </a:xfrm>
        </p:spPr>
        <p:txBody>
          <a:bodyPr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E6C7C8-F097-FDD3-FF97-3FC4133BC6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E0B684B-61D6-CF9E-57FC-892D7CEE8D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2988" y="1714500"/>
            <a:ext cx="2476178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E0D5184-93C0-B658-7967-FBC78C38A5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30591" y="1714500"/>
            <a:ext cx="2479352" cy="4286250"/>
          </a:xfrm>
        </p:spPr>
        <p:txBody>
          <a:bodyPr/>
          <a:lstStyle>
            <a:lvl1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91422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82843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74265" indent="-91422"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spcBef>
                <a:spcPts val="0"/>
              </a:spcBef>
              <a:defRPr sz="10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92CE3F-FA6A-2FE0-0146-4BFD45CF29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334142" y="192024"/>
            <a:ext cx="2477765" cy="57070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spcBef>
                <a:spcPts val="0"/>
              </a:spcBef>
              <a:defRPr sz="1400"/>
            </a:lvl2pPr>
            <a:lvl3pPr>
              <a:lnSpc>
                <a:spcPct val="90000"/>
              </a:lnSpc>
              <a:spcBef>
                <a:spcPts val="0"/>
              </a:spcBef>
              <a:defRPr sz="1400"/>
            </a:lvl3pPr>
            <a:lvl4pPr>
              <a:lnSpc>
                <a:spcPct val="90000"/>
              </a:lnSpc>
              <a:spcBef>
                <a:spcPts val="0"/>
              </a:spcBef>
              <a:defRPr sz="1400"/>
            </a:lvl4pPr>
            <a:lvl5pPr>
              <a:lnSpc>
                <a:spcPct val="90000"/>
              </a:lnSpc>
              <a:spcBef>
                <a:spcPts val="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8FFEFF-CCD0-A436-418A-5FB8624CCC89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380919" y="288036"/>
            <a:ext cx="607997" cy="607231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84E55D7-CBB2-992D-3E77-5CB7B7CADA9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9428522" y="288036"/>
            <a:ext cx="608843" cy="608076"/>
          </a:xfrm>
        </p:spPr>
        <p:txBody>
          <a:bodyPr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B96A2B-2DD4-AEBB-75C4-9215E33D2664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2744BD-C7A4-D538-2E19-AA279C025A21}"/>
              </a:ext>
            </a:extLst>
          </p:cNvPr>
          <p:cNvCxnSpPr/>
          <p:nvPr userDrawn="1"/>
        </p:nvCxnSpPr>
        <p:spPr bwMode="auto">
          <a:xfrm>
            <a:off x="609368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DCE883F-3781-7F7E-8236-8BB5CEBAD77C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Slide Number">
            <a:extLst>
              <a:ext uri="{FF2B5EF4-FFF2-40B4-BE49-F238E27FC236}">
                <a16:creationId xmlns:a16="http://schemas.microsoft.com/office/drawing/2014/main" id="{FE28AB83-26B6-464D-000B-077BBC1886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20559"/>
      </p:ext>
    </p:extLst>
  </p:cSld>
  <p:clrMapOvr>
    <a:masterClrMapping/>
  </p:clrMapOvr>
  <p:transition spd="med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 wide, pictogram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1099CB-CB87-D5D5-506D-4B49C0816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1239012"/>
            <a:ext cx="3334903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1DA3C4-E728-0E45-C91D-8EDF4B495F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123825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0565063-698E-31B0-B619-B99A9A0B3D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8" y="4192524"/>
            <a:ext cx="3334904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4E44FFD-1EB7-1873-F6D1-67DE839EF09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20" y="4191000"/>
            <a:ext cx="3333316" cy="15240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1pPr>
            <a:lvl2pPr marL="201128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2pPr>
            <a:lvl3pPr marL="402256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3pPr>
            <a:lvl4pPr marL="557672" indent="-201128"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2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0AB5158-BCB8-39EE-DA85-F2CD01699F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87998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C3730E5-61EB-7405-CC85-AB04242CDBC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80919" y="28803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2C94928-6A9B-2EA7-301C-71E5F2547C8A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87998" y="3236976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2E840026-2FAF-826F-DCFD-3FF0082B082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19" y="3238500"/>
            <a:ext cx="607997" cy="608076"/>
          </a:xfrm>
        </p:spPr>
        <p:txBody>
          <a:bodyPr anchor="ctr"/>
          <a:lstStyle>
            <a:lvl1pPr algn="ctr">
              <a:defRPr sz="800"/>
            </a:lvl1pPr>
          </a:lstStyle>
          <a:p>
            <a:r>
              <a:rPr lang="en-US"/>
              <a:t>Pictogram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07BB90E-D2B7-D6BA-E8F5-B16C3F57F6F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0A530A6-2F26-DA70-D0D9-6DD90453CEC1}"/>
              </a:ext>
            </a:extLst>
          </p:cNvPr>
          <p:cNvCxnSpPr/>
          <p:nvPr userDrawn="1"/>
        </p:nvCxnSpPr>
        <p:spPr bwMode="auto">
          <a:xfrm>
            <a:off x="6095206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5483A0-0E31-72CE-21C3-6248FAEBC09A}"/>
              </a:ext>
            </a:extLst>
          </p:cNvPr>
          <p:cNvCxnSpPr/>
          <p:nvPr userDrawn="1"/>
        </p:nvCxnSpPr>
        <p:spPr bwMode="auto">
          <a:xfrm>
            <a:off x="284126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lide Number">
            <a:extLst>
              <a:ext uri="{FF2B5EF4-FFF2-40B4-BE49-F238E27FC236}">
                <a16:creationId xmlns:a16="http://schemas.microsoft.com/office/drawing/2014/main" id="{FDDCE3A8-54F6-70FC-38D0-2AF2D8AB71E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00365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8" y="841248"/>
            <a:ext cx="2857128" cy="1138428"/>
          </a:xfrm>
        </p:spPr>
        <p:txBody>
          <a:bodyPr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1681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570706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E92126-B67C-8301-95D0-A821B80439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62584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stacked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763524"/>
            <a:ext cx="5521401" cy="1138428"/>
          </a:xfrm>
        </p:spPr>
        <p:txBody>
          <a:bodyPr rIns="457200"/>
          <a:lstStyle>
            <a:lvl1pPr>
              <a:lnSpc>
                <a:spcPct val="11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4957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4957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46B95-CF19-9C3F-1691-68ABF62095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9EF9E2-1551-8357-22BD-8C43EF5EBE3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7999" y="288036"/>
            <a:ext cx="2477765" cy="224028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8351E8F-C586-866F-37A3-340B3DD347B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25797"/>
      </p:ext>
    </p:extLst>
  </p:cSld>
  <p:clrMapOvr>
    <a:masterClrMapping/>
  </p:clrMapOvr>
  <p:transition spd="med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7765" cy="2286794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1187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D0BCD34-4CA7-388C-5244-7DC8F9F36FA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95418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4 horizontal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353C-7670-AC55-CDA3-888971A54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24575" cy="2286794"/>
          </a:xfrm>
        </p:spPr>
        <p:txBody>
          <a:bodyPr rIns="457200"/>
          <a:lstStyle>
            <a:lvl1pPr>
              <a:lnSpc>
                <a:spcPct val="100000"/>
              </a:lnSpc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71C2BF-857E-B291-7D82-5920AF4A52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999" y="3328416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257EC586-7CBB-7AC4-C2FA-85F4BA8AA03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362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A0ABD1EA-F6CD-F56B-B5E1-034EEB64D6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3049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0F2DD97F-E181-3C33-32D8-844B57967D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28523" y="3333751"/>
            <a:ext cx="2474590" cy="2672459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76B22-9748-7A34-9D32-D77BB1B498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238163DF-77AB-875A-C8AC-2F8AEABFB85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323717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D740D-848C-40A7-AB96-E7B74E0A8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93A9C8C-F98C-5899-BE8B-D1A544D66C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80919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A62B128-D226-0D9B-89EC-51AFD07F30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428522" y="288036"/>
            <a:ext cx="2479352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DD5CF1-28D6-74AF-B345-5911CB10D45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80919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B1C684-915C-90D4-C69F-C24979A42E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8522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B1D44C30-196F-B4B1-540A-E556579735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2554" y="288036"/>
            <a:ext cx="2476178" cy="2572544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B1A268B-43F5-F600-93B7-6248877F5D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334141" y="3333750"/>
            <a:ext cx="2476178" cy="24765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 b="0" i="0">
                <a:solidFill>
                  <a:schemeClr val="tx1"/>
                </a:solidFill>
                <a:latin typeface="IBM Plex Sans Light" panose="020B040305020300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A4BD59-9F51-7E32-8659-A763D0799EB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180E7AB4-F0E4-7C09-7FE7-9F182217F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463265"/>
      </p:ext>
    </p:extLst>
  </p:cSld>
  <p:clrMapOvr>
    <a:masterClrMapping/>
  </p:clrMapOvr>
  <p:transition spd="med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ico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A5819-78ED-4475-16CD-65C8A2C5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42954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48C06-F3C6-0E95-A225-29F730DD15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33316" y="666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81FD5E03-A007-B728-4616-E05622A43A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C06719-7195-BBE7-0154-56A039A4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28523" y="666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2704E464-B0E0-CDD0-B14B-FA6386285A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333316" y="3714750"/>
            <a:ext cx="2475384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96B64B8-6DA8-8704-DD30-37587B3E68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80920" y="3714750"/>
            <a:ext cx="2475384" cy="1896341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AF965C82-A0A6-A670-C10A-6073DD3549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428523" y="3714750"/>
            <a:ext cx="2476178" cy="190500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1pPr>
            <a:lvl2pPr marL="109706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2pPr>
            <a:lvl3pPr marL="219412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3pPr>
            <a:lvl4pPr marL="329118" indent="-109706"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D1F0C48-79E5-E356-43FC-0FCF2DE89A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333316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15">
            <a:extLst>
              <a:ext uri="{FF2B5EF4-FFF2-40B4-BE49-F238E27FC236}">
                <a16:creationId xmlns:a16="http://schemas.microsoft.com/office/drawing/2014/main" id="{18E9E323-0756-7849-8F52-19C58A517BD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380920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8" name="Picture Placeholder 15">
            <a:extLst>
              <a:ext uri="{FF2B5EF4-FFF2-40B4-BE49-F238E27FC236}">
                <a16:creationId xmlns:a16="http://schemas.microsoft.com/office/drawing/2014/main" id="{7C3BFFDB-5499-B3D7-98B2-1ABDA7D5C9D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428523" y="288036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15">
            <a:extLst>
              <a:ext uri="{FF2B5EF4-FFF2-40B4-BE49-F238E27FC236}">
                <a16:creationId xmlns:a16="http://schemas.microsoft.com/office/drawing/2014/main" id="{C00295A2-8D30-455D-EBB9-FA7A4679193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333316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15">
            <a:extLst>
              <a:ext uri="{FF2B5EF4-FFF2-40B4-BE49-F238E27FC236}">
                <a16:creationId xmlns:a16="http://schemas.microsoft.com/office/drawing/2014/main" id="{F30F0F2C-CA19-3A79-4375-EB8A00FA887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80920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15">
            <a:extLst>
              <a:ext uri="{FF2B5EF4-FFF2-40B4-BE49-F238E27FC236}">
                <a16:creationId xmlns:a16="http://schemas.microsoft.com/office/drawing/2014/main" id="{9354D8C6-F61D-3FC1-07F8-FEE730E2D7A8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428523" y="3347315"/>
            <a:ext cx="201142" cy="201613"/>
          </a:xfrm>
        </p:spPr>
        <p:txBody>
          <a:bodyPr/>
          <a:lstStyle>
            <a:lvl1pPr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A430D6-E733-E611-E1EF-A795D0B0362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52CDB94-BA57-B58F-95F0-D406FE34BB4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8860271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5CBE6E3-0E18-8A57-578D-D314948AF14F}"/>
              </a:ext>
            </a:extLst>
          </p:cNvPr>
          <p:cNvCxnSpPr/>
          <p:nvPr userDrawn="1"/>
        </p:nvCxnSpPr>
        <p:spPr bwMode="auto">
          <a:xfrm>
            <a:off x="3047603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7200B05-7E36-4E03-3739-0BA983764616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FF3B59-8BBA-8C99-9D4D-743723E434FC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">
            <a:extLst>
              <a:ext uri="{FF2B5EF4-FFF2-40B4-BE49-F238E27FC236}">
                <a16:creationId xmlns:a16="http://schemas.microsoft.com/office/drawing/2014/main" id="{A0B46D22-64E6-4222-F4E2-B807A7A152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360028"/>
      </p:ext>
    </p:extLst>
  </p:cSld>
  <p:clrMapOvr>
    <a:masterClrMapping/>
  </p:clrMapOvr>
  <p:transition spd="med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large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192024"/>
            <a:ext cx="5519019" cy="1706563"/>
          </a:xfrm>
        </p:spPr>
        <p:txBody>
          <a:bodyPr rIns="457200"/>
          <a:lstStyle>
            <a:lvl1pPr>
              <a:lnSpc>
                <a:spcPct val="100000"/>
              </a:lnSpc>
              <a:defRPr sz="3199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8" y="3332988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25C7A71B-E65D-0A5D-606D-9F95D5AC6BE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83341"/>
      </p:ext>
    </p:extLst>
  </p:cSld>
  <p:clrMapOvr>
    <a:masterClrMapping/>
  </p:clrMapOvr>
  <p:transition spd="med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, 6 stacked, alternate, small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E52F-EEA1-D56F-5E7A-C1983151D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1706563"/>
          </a:xfrm>
        </p:spPr>
        <p:txBody>
          <a:bodyPr rIns="0"/>
          <a:lstStyle>
            <a:lvl1pPr>
              <a:lnSpc>
                <a:spcPct val="110000"/>
              </a:lnSpc>
              <a:defRPr sz="1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534223-A15F-A9E6-C7FA-95FFDF117A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8091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1675E3B-BB72-1CF2-CC6C-1977AEAF59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430109" y="288036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258F0BD-A5CC-CECC-5230-86FB175FD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8091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9573D61-18CF-FC91-A019-041D3206DAE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430109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75681CC4-265E-A18C-1C70-60E527BC62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0042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234ED4-217E-BF9B-FDEE-0BE07F831E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3316" y="3333750"/>
            <a:ext cx="2476178" cy="2477294"/>
          </a:xfrm>
        </p:spPr>
        <p:txBody>
          <a:bodyPr/>
          <a:lstStyle>
            <a:lvl1pPr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5ACE3-ACF8-D072-E98D-B30BD47D081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455E69-0B51-1D31-E569-651079398D3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87301" y="3048000"/>
            <a:ext cx="11620574" cy="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4C560F4-CB2D-6B04-588B-57BB4D4E6DC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603" y="3048000"/>
            <a:ext cx="0" cy="2952750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7B78A1-A315-98D3-1692-18AAAF4C6002}"/>
              </a:ext>
            </a:extLst>
          </p:cNvPr>
          <p:cNvCxnSpPr/>
          <p:nvPr userDrawn="1"/>
        </p:nvCxnSpPr>
        <p:spPr bwMode="auto">
          <a:xfrm>
            <a:off x="9142810" y="284957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764036E-86AB-0893-B72B-200B84A6BCFD}"/>
              </a:ext>
            </a:extLst>
          </p:cNvPr>
          <p:cNvCxnSpPr/>
          <p:nvPr userDrawn="1"/>
        </p:nvCxnSpPr>
        <p:spPr bwMode="auto">
          <a:xfrm>
            <a:off x="6093683" y="283464"/>
            <a:ext cx="0" cy="5715794"/>
          </a:xfrm>
          <a:prstGeom prst="line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Slide Number">
            <a:extLst>
              <a:ext uri="{FF2B5EF4-FFF2-40B4-BE49-F238E27FC236}">
                <a16:creationId xmlns:a16="http://schemas.microsoft.com/office/drawing/2014/main" id="{78DA00F4-B5C9-B0CB-71F8-ED123EAA68C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669298"/>
      </p:ext>
    </p:extLst>
  </p:cSld>
  <p:clrMapOvr>
    <a:masterClrMapping/>
  </p:clrMapOvr>
  <p:transition spd="med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half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88F00625-4E10-D884-2256-56B294B4BA8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33316" y="1714500"/>
            <a:ext cx="2475384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77F84A-1700-568D-FF6C-C74EAF713E1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468A48E8-BE84-7972-AB73-8E31C1C1349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80919" y="284956"/>
            <a:ext cx="5523781" cy="6287294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291618961"/>
      </p:ext>
    </p:extLst>
  </p:cSld>
  <p:clrMapOvr>
    <a:masterClrMapping/>
  </p:clrMapOvr>
  <p:transition spd="med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EDE688-75EF-DA04-F0B3-24F53FFC6B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DE390102-FDF4-C834-3F45-02B57A70AD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047603" y="0"/>
            <a:ext cx="9144397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446656999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3/4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75B039-5865-7356-B725-0FF3C8F73E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8FE37E5-0FED-B2B2-3150-F02A8956C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999" y="1714500"/>
            <a:ext cx="2477765" cy="4286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C6A11-84D9-C1BA-F3C9-2E9D1A288B2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C70703B-65B6-4B78-8B7C-73857A06C3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333316" y="282575"/>
            <a:ext cx="8574559" cy="6289675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947760876"/>
      </p:ext>
    </p:extLst>
  </p:cSld>
  <p:clrMapOvr>
    <a:masterClrMapping/>
  </p:clrMapOvr>
  <p:transition spd="med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ble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6679120-DB81-97FD-CD5A-00DC1F5E66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878824480"/>
      </p:ext>
    </p:extLst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or imagery, ins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C9F466-AC9D-B311-5655-93E326ED59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770048" y="6452314"/>
            <a:ext cx="134652" cy="12311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4239CCE-9A38-90E1-F860-FF40FBDA240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4126" y="284957"/>
            <a:ext cx="11620574" cy="6290468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</p:spTree>
    <p:extLst>
      <p:ext uri="{BB962C8B-B14F-4D97-AF65-F5344CB8AC3E}">
        <p14:creationId xmlns:p14="http://schemas.microsoft.com/office/powerpoint/2010/main" val="3196991398"/>
      </p:ext>
    </p:extLst>
  </p:cSld>
  <p:clrMapOvr>
    <a:masterClrMapping/>
  </p:clrMapOvr>
  <p:transition spd="med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, profiles, contributor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2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8510EE-4140-AEDB-B7AB-EF1D4B72D2A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999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26F49A0-96BE-0B44-B1C8-17D765B10B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714277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3F048335-9A0B-2C1F-47A6-67051F20075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87999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4772377-8015-4C99-7ED3-E4475C524D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14277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A84-CCD3-C297-7314-225B96D47D6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Picture Placeholder 7">
            <a:extLst>
              <a:ext uri="{FF2B5EF4-FFF2-40B4-BE49-F238E27FC236}">
                <a16:creationId xmlns:a16="http://schemas.microsoft.com/office/drawing/2014/main" id="{E889D859-F4A1-3E97-F05E-8D134A25B9F2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287999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algn="ctr">
              <a:defRPr>
                <a:solidFill>
                  <a:schemeClr val="accent5"/>
                </a:solidFill>
              </a:defRPr>
            </a:lvl1pPr>
          </a:lstStyle>
          <a:p>
            <a:r>
              <a:rPr lang="en-US"/>
              <a:t>Place imagery here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31D025A0-5106-DFB0-90B1-8B366B78913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14277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7">
            <a:extLst>
              <a:ext uri="{FF2B5EF4-FFF2-40B4-BE49-F238E27FC236}">
                <a16:creationId xmlns:a16="http://schemas.microsoft.com/office/drawing/2014/main" id="{A33F8C74-1D30-FEA9-4F3C-636531C8614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77745" y="30607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A52D1EA1-405F-7875-BAB9-B258776E1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07896" y="30607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2E690121-61A1-708E-E5B8-5B65A668E62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77745" y="4762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849969-24A3-113A-C58E-4A4B0FB29BA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807896" y="4762501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F94AC7E0-2DC4-5DEB-8E1E-2F27996F98E6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377745" y="1333500"/>
            <a:ext cx="1236501" cy="1238250"/>
          </a:xfrm>
          <a:solidFill>
            <a:srgbClr val="E0E0E0"/>
          </a:solidFill>
        </p:spPr>
        <p:txBody>
          <a:bodyPr anchor="ctr"/>
          <a:lstStyle>
            <a:lvl1pPr marL="0" marR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chemeClr val="accent5"/>
                </a:solidFill>
              </a:defRPr>
            </a:lvl1pPr>
          </a:lstStyle>
          <a:p>
            <a:pPr marL="0" marR="0" lvl="0" indent="0" algn="ctr" defTabSz="1218956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Place imagery here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3E3566C7-C728-77B2-2A34-BBB83D482F5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07896" y="1333500"/>
            <a:ext cx="2853953" cy="1238250"/>
          </a:xfrm>
        </p:spPr>
        <p:txBody>
          <a:bodyPr/>
          <a:lstStyle>
            <a:lvl1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1pPr>
            <a:lvl2pPr marL="127990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2pPr>
            <a:lvl3pPr marL="25598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3pPr>
            <a:lvl4pPr marL="383971" indent="-127990"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4pPr>
            <a:lvl5pPr>
              <a:lnSpc>
                <a:spcPct val="110000"/>
              </a:lnSpc>
              <a:spcBef>
                <a:spcPts val="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74870601-E9CA-9D0E-804F-2A7353CE534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287184"/>
      </p:ext>
    </p:extLst>
  </p:cSld>
  <p:clrMapOvr>
    <a:masterClrMapping/>
  </p:clrMapOvr>
  <p:transition spd="med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228679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B3D8D357-75A1-F4FD-F531-380CF7DE4340}"/>
              </a:ext>
            </a:extLst>
          </p:cNvPr>
          <p:cNvSpPr>
            <a:spLocks noGrp="1"/>
          </p:cNvSpPr>
          <p:nvPr>
            <p:ph type="tbl" sz="quarter" idx="11"/>
          </p:nvPr>
        </p:nvSpPr>
        <p:spPr>
          <a:xfrm>
            <a:off x="3333316" y="284957"/>
            <a:ext cx="8571384" cy="5715794"/>
          </a:xfr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A8EE3-1224-3A4B-8A9E-611D8DCF629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89FA07-F7B7-BE4B-581F-7BE47BBA605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47808"/>
      </p:ext>
    </p:extLst>
  </p:cSld>
  <p:clrMapOvr>
    <a:masterClrMapping/>
  </p:clrMapOvr>
  <p:transition spd="med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one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0270476-9FE1-F85E-6F9B-322B184D8FC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1935"/>
      </p:ext>
    </p:extLst>
  </p:cSld>
  <p:clrMapOvr>
    <a:masterClrMapping/>
  </p:clrMapOvr>
  <p:transition spd="med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D0BFE-82FD-94B0-E6D9-A9096777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999" y="288036"/>
            <a:ext cx="2474590" cy="763524"/>
          </a:xfrm>
        </p:spPr>
        <p:txBody>
          <a:bodyPr/>
          <a:lstStyle>
            <a:lvl1pPr>
              <a:lnSpc>
                <a:spcPct val="110000"/>
              </a:lnSpc>
              <a:defRPr sz="1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59113-A66F-B148-0A73-FD8B5C2B023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BAFC9C6E-79FD-9BB8-F74D-EAA013319C6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427714"/>
      </p:ext>
    </p:extLst>
  </p:cSld>
  <p:clrMapOvr>
    <a:masterClrMapping/>
  </p:clrMapOvr>
  <p:transition spd="med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 disclaimer,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B717A5-5D28-36C3-250F-93E0C68721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7999" y="192024"/>
            <a:ext cx="2477765" cy="1429544"/>
          </a:xfrm>
        </p:spPr>
        <p:txBody>
          <a:bodyPr/>
          <a:lstStyle>
            <a:lvl1pPr>
              <a:lnSpc>
                <a:spcPct val="90000"/>
              </a:lnSpc>
              <a:spcBef>
                <a:spcPts val="0"/>
              </a:spcBef>
              <a:defRPr sz="3199">
                <a:solidFill>
                  <a:schemeClr val="tx2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3199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3FF5DC1-E283-8AC5-8620-9364743031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28522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4A6E1A4-1881-81E9-2BBE-BC4DBFE11A0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90474" y="6402388"/>
            <a:ext cx="2477765" cy="1905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54E531DA-4051-706E-065B-21A0391415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0919" y="284957"/>
            <a:ext cx="2476178" cy="5715794"/>
          </a:xfrm>
        </p:spPr>
        <p:txBody>
          <a:bodyPr/>
          <a:lstStyle>
            <a:lvl1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  <a:lvl2pPr marL="73137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2pPr>
            <a:lvl3pPr marL="146275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3pPr>
            <a:lvl4pPr marL="219412" indent="-73137"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4pPr>
            <a:lvl5pPr>
              <a:lnSpc>
                <a:spcPct val="120000"/>
              </a:lnSpc>
              <a:spcBef>
                <a:spcPts val="0"/>
              </a:spcBef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5pPr>
          </a:lstStyle>
          <a:p>
            <a:r>
              <a:rPr lang="en-US"/>
              <a:t>Copy and paste appropriate legal disclaimer text from one of the three options in the PDF guidance deck, found on pages 22-24. Always use the proper legal disclaimer for your presentation audience.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AD686F0-BF95-1E62-61EC-96790733887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769264" y="6469419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144871"/>
      </p:ext>
    </p:extLst>
  </p:cSld>
  <p:clrMapOvr>
    <a:masterClrMapping/>
  </p:clrMapOvr>
  <p:transition spd="med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7060FE5-C047-4041-AB41-F553D2847E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32004" y="3084230"/>
            <a:ext cx="1727991" cy="689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02570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0.xml"/><Relationship Id="rId15" Type="http://schemas.openxmlformats.org/officeDocument/2006/relationships/slideLayout" Target="../slideLayouts/slideLayout71.xml"/><Relationship Id="rId16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4.xml"/><Relationship Id="rId19" Type="http://schemas.openxmlformats.org/officeDocument/2006/relationships/slideLayout" Target="../slideLayouts/slideLayout75.xml"/><Relationship Id="rId20" Type="http://schemas.openxmlformats.org/officeDocument/2006/relationships/slideLayout" Target="../slideLayouts/slideLayout76.xml"/><Relationship Id="rId21" Type="http://schemas.openxmlformats.org/officeDocument/2006/relationships/slideLayout" Target="../slideLayouts/slideLayout77.xml"/><Relationship Id="rId22" Type="http://schemas.openxmlformats.org/officeDocument/2006/relationships/slideLayout" Target="../slideLayouts/slideLayout78.xml"/><Relationship Id="rId23" Type="http://schemas.openxmlformats.org/officeDocument/2006/relationships/slideLayout" Target="../slideLayouts/slideLayout79.xml"/><Relationship Id="rId24" Type="http://schemas.openxmlformats.org/officeDocument/2006/relationships/slideLayout" Target="../slideLayouts/slideLayout80.xml"/><Relationship Id="rId25" Type="http://schemas.openxmlformats.org/officeDocument/2006/relationships/slideLayout" Target="../slideLayouts/slideLayout81.xml"/><Relationship Id="rId26" Type="http://schemas.openxmlformats.org/officeDocument/2006/relationships/slideLayout" Target="../slideLayouts/slideLayout82.xml"/><Relationship Id="rId27" Type="http://schemas.openxmlformats.org/officeDocument/2006/relationships/slideLayout" Target="../slideLayouts/slideLayout83.xml"/><Relationship Id="rId28" Type="http://schemas.openxmlformats.org/officeDocument/2006/relationships/slideLayout" Target="../slideLayouts/slideLayout84.xml"/><Relationship Id="rId29" Type="http://schemas.openxmlformats.org/officeDocument/2006/relationships/slideLayout" Target="../slideLayouts/slideLayout85.xml"/><Relationship Id="rId30" Type="http://schemas.openxmlformats.org/officeDocument/2006/relationships/slideLayout" Target="../slideLayouts/slideLayout86.xml"/><Relationship Id="rId31" Type="http://schemas.openxmlformats.org/officeDocument/2006/relationships/slideLayout" Target="../slideLayouts/slideLayout87.xml"/><Relationship Id="rId32" Type="http://schemas.openxmlformats.org/officeDocument/2006/relationships/slideLayout" Target="../slideLayouts/slideLayout88.xml"/><Relationship Id="rId33" Type="http://schemas.openxmlformats.org/officeDocument/2006/relationships/slideLayout" Target="../slideLayouts/slideLayout89.xml"/><Relationship Id="rId34" Type="http://schemas.openxmlformats.org/officeDocument/2006/relationships/slideLayout" Target="../slideLayouts/slideLayout90.xml"/><Relationship Id="rId35" Type="http://schemas.openxmlformats.org/officeDocument/2006/relationships/slideLayout" Target="../slideLayouts/slideLayout91.xml"/><Relationship Id="rId36" Type="http://schemas.openxmlformats.org/officeDocument/2006/relationships/slideLayout" Target="../slideLayouts/slideLayout92.xml"/><Relationship Id="rId37" Type="http://schemas.openxmlformats.org/officeDocument/2006/relationships/slideLayout" Target="../slideLayouts/slideLayout93.xml"/><Relationship Id="rId38" Type="http://schemas.openxmlformats.org/officeDocument/2006/relationships/slideLayout" Target="../slideLayouts/slideLayout94.xml"/><Relationship Id="rId39" Type="http://schemas.openxmlformats.org/officeDocument/2006/relationships/slideLayout" Target="../slideLayouts/slideLayout95.xml"/><Relationship Id="rId40" Type="http://schemas.openxmlformats.org/officeDocument/2006/relationships/slideLayout" Target="../slideLayouts/slideLayout96.xml"/><Relationship Id="rId41" Type="http://schemas.openxmlformats.org/officeDocument/2006/relationships/slideLayout" Target="../slideLayouts/slideLayout97.xml"/><Relationship Id="rId42" Type="http://schemas.openxmlformats.org/officeDocument/2006/relationships/slideLayout" Target="../slideLayouts/slideLayout98.xml"/><Relationship Id="rId43" Type="http://schemas.openxmlformats.org/officeDocument/2006/relationships/slideLayout" Target="../slideLayouts/slideLayout99.xml"/><Relationship Id="rId44" Type="http://schemas.openxmlformats.org/officeDocument/2006/relationships/slideLayout" Target="../slideLayouts/slideLayout100.xml"/><Relationship Id="rId45" Type="http://schemas.openxmlformats.org/officeDocument/2006/relationships/slideLayout" Target="../slideLayouts/slideLayout101.xml"/><Relationship Id="rId46" Type="http://schemas.openxmlformats.org/officeDocument/2006/relationships/slideLayout" Target="../slideLayouts/slideLayout102.xml"/><Relationship Id="rId47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656B74-5E53-98EC-573D-6A46CA208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1C1BF-0345-E94B-23B0-88ABC76B5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E1B46-3BCD-8A2E-53BF-90F8C38B91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3CB0-67AE-D446-85BD-0BC988321D20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12473-F21C-B529-B92B-001DDA8D0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E39D5-9383-DBAE-AA65-D348147FF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CFB7B-1A61-8C42-8CCF-41DC2BF3035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04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7" r:id="rId12"/>
    <p:sldLayoutId id="2147483859" r:id="rId13"/>
    <p:sldLayoutId id="2147483860" r:id="rId14"/>
    <p:sldLayoutId id="2147483861" r:id="rId15"/>
    <p:sldLayoutId id="2147483862" r:id="rId16"/>
    <p:sldLayoutId id="2147483863" r:id="rId17"/>
    <p:sldLayoutId id="2147483864" r:id="rId18"/>
    <p:sldLayoutId id="2147483865" r:id="rId19"/>
    <p:sldLayoutId id="2147483866" r:id="rId20"/>
    <p:sldLayoutId id="2147483867" r:id="rId21"/>
    <p:sldLayoutId id="2147483868" r:id="rId22"/>
    <p:sldLayoutId id="2147483869" r:id="rId23"/>
    <p:sldLayoutId id="2147483870" r:id="rId24"/>
    <p:sldLayoutId id="2147483871" r:id="rId25"/>
    <p:sldLayoutId id="2147483872" r:id="rId2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69507"/>
            <a:ext cx="2477765" cy="123111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IBM Security / For IBM and Business Partner Use Only</a:t>
            </a:r>
          </a:p>
        </p:txBody>
      </p:sp>
    </p:spTree>
    <p:extLst>
      <p:ext uri="{BB962C8B-B14F-4D97-AF65-F5344CB8AC3E}">
        <p14:creationId xmlns:p14="http://schemas.microsoft.com/office/powerpoint/2010/main" val="3984439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846" r:id="rId27"/>
    <p:sldLayoutId id="2147483855" r:id="rId28"/>
    <p:sldLayoutId id="2147483856" r:id="rId29"/>
    <p:sldLayoutId id="2147483857" r:id="rId30"/>
  </p:sldLayoutIdLst>
  <p:transition spd="slow">
    <p:fade/>
  </p:transition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56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769264" y="6469507"/>
            <a:ext cx="135436" cy="12311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b" anchorCtr="0">
            <a:spAutoFit/>
          </a:bodyPr>
          <a:lstStyle>
            <a:lvl1pPr algn="r">
              <a:defRPr sz="800" b="0" i="0">
                <a:solidFill>
                  <a:schemeClr val="tx1"/>
                </a:solidFill>
                <a:latin typeface="IBM Plex Sans" panose="020B0503050203000203" pitchFamily="34" charset="0"/>
                <a:ea typeface="+mn-ea"/>
                <a:cs typeface="+mn-cs"/>
                <a:sym typeface="IBM Plex Sans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xfrm>
            <a:off x="287999" y="288036"/>
            <a:ext cx="11293592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49" name="Body Level One…"/>
          <p:cNvSpPr txBox="1">
            <a:spLocks noGrp="1"/>
          </p:cNvSpPr>
          <p:nvPr>
            <p:ph type="body" idx="1"/>
          </p:nvPr>
        </p:nvSpPr>
        <p:spPr>
          <a:xfrm>
            <a:off x="287300" y="1663700"/>
            <a:ext cx="11293592" cy="4334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EB465A-FE7F-6B71-D716-1673174BB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4125" y="6402118"/>
            <a:ext cx="2477765" cy="1905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 b="0" i="0">
                <a:solidFill>
                  <a:schemeClr val="tx1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en-US" dirty="0"/>
              <a:t>Footer text (optional)</a:t>
            </a:r>
          </a:p>
        </p:txBody>
      </p:sp>
    </p:spTree>
    <p:extLst>
      <p:ext uri="{BB962C8B-B14F-4D97-AF65-F5344CB8AC3E}">
        <p14:creationId xmlns:p14="http://schemas.microsoft.com/office/powerpoint/2010/main" val="4178479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  <p:sldLayoutId id="2147483791" r:id="rId12"/>
    <p:sldLayoutId id="2147483792" r:id="rId13"/>
    <p:sldLayoutId id="2147483793" r:id="rId14"/>
    <p:sldLayoutId id="2147483794" r:id="rId15"/>
    <p:sldLayoutId id="2147483795" r:id="rId16"/>
    <p:sldLayoutId id="2147483796" r:id="rId17"/>
    <p:sldLayoutId id="2147483797" r:id="rId18"/>
    <p:sldLayoutId id="2147483798" r:id="rId19"/>
    <p:sldLayoutId id="2147483799" r:id="rId20"/>
    <p:sldLayoutId id="2147483800" r:id="rId21"/>
    <p:sldLayoutId id="2147483801" r:id="rId22"/>
    <p:sldLayoutId id="2147483802" r:id="rId23"/>
    <p:sldLayoutId id="2147483803" r:id="rId24"/>
    <p:sldLayoutId id="2147483804" r:id="rId25"/>
    <p:sldLayoutId id="2147483805" r:id="rId26"/>
    <p:sldLayoutId id="2147483806" r:id="rId27"/>
    <p:sldLayoutId id="2147483807" r:id="rId28"/>
    <p:sldLayoutId id="2147483808" r:id="rId29"/>
    <p:sldLayoutId id="2147483809" r:id="rId30"/>
    <p:sldLayoutId id="2147483810" r:id="rId31"/>
    <p:sldLayoutId id="2147483811" r:id="rId32"/>
    <p:sldLayoutId id="2147483812" r:id="rId33"/>
    <p:sldLayoutId id="2147483813" r:id="rId34"/>
    <p:sldLayoutId id="2147483814" r:id="rId35"/>
    <p:sldLayoutId id="2147483815" r:id="rId36"/>
    <p:sldLayoutId id="2147483816" r:id="rId37"/>
    <p:sldLayoutId id="2147483817" r:id="rId38"/>
    <p:sldLayoutId id="2147483818" r:id="rId39"/>
    <p:sldLayoutId id="2147483819" r:id="rId40"/>
    <p:sldLayoutId id="2147483820" r:id="rId41"/>
    <p:sldLayoutId id="2147483821" r:id="rId42"/>
    <p:sldLayoutId id="2147483822" r:id="rId43"/>
    <p:sldLayoutId id="2147483823" r:id="rId44"/>
    <p:sldLayoutId id="2147483824" r:id="rId45"/>
    <p:sldLayoutId id="2147483825" r:id="rId46"/>
  </p:sldLayoutIdLst>
  <p:transition spd="med"/>
  <p:hf hdr="0" dt="0"/>
  <p:txStyles>
    <p:titleStyle>
      <a:lvl1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chemeClr val="tx2"/>
          </a:solidFill>
          <a:uFillTx/>
          <a:latin typeface="+mj-lt"/>
          <a:ea typeface="+mj-ea"/>
          <a:cs typeface="+mj-cs"/>
          <a:sym typeface="IBM Plex Sans Light"/>
        </a:defRPr>
      </a:lvl1pPr>
      <a:lvl2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2pPr>
      <a:lvl3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3pPr>
      <a:lvl4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4pPr>
      <a:lvl5pPr marL="0" marR="0" indent="0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0" marR="0" indent="181248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0" marR="0" indent="362497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0" marR="0" indent="543744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0" marR="0" indent="724993" algn="l" defTabSz="1218956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199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titleStyle>
    <p:bodyStyle>
      <a:lvl1pPr marL="0" marR="0" indent="0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1pPr>
      <a:lvl2pPr marL="164559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2pPr>
      <a:lvl3pPr marL="329118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•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3pPr>
      <a:lvl4pPr marL="493677" marR="0" indent="-164559" algn="l" defTabSz="1218956" rtl="0" eaLnBrk="1" latinLnBrk="0" hangingPunct="1">
        <a:lnSpc>
          <a:spcPct val="110000"/>
        </a:lnSpc>
        <a:spcBef>
          <a:spcPts val="0"/>
        </a:spcBef>
        <a:spcAft>
          <a:spcPts val="0"/>
        </a:spcAft>
        <a:buClrTx/>
        <a:buSzPct val="100000"/>
        <a:buFontTx/>
        <a:buChar char="–"/>
        <a:tabLst/>
        <a:defRPr sz="1800" b="0" i="0" u="none" strike="noStrike" cap="none" spc="0" baseline="0">
          <a:solidFill>
            <a:schemeClr val="tx1"/>
          </a:solidFill>
          <a:uFillTx/>
          <a:latin typeface="+mj-lt"/>
          <a:ea typeface="+mj-ea"/>
          <a:cs typeface="+mj-cs"/>
          <a:sym typeface="IBM Plex Sans Light"/>
        </a:defRPr>
      </a:lvl4pPr>
      <a:lvl5pPr marL="571386" marR="0" indent="-228554" algn="l" defTabSz="1218956" rtl="0" eaLnBrk="1" latinLnBrk="0" hangingPunct="1">
        <a:lnSpc>
          <a:spcPct val="110000"/>
        </a:lnSpc>
        <a:spcBef>
          <a:spcPts val="145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5pPr>
      <a:lvl6pPr marL="921346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6pPr>
      <a:lvl7pPr marL="1102595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7pPr>
      <a:lvl8pPr marL="1283843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8pPr>
      <a:lvl9pPr marL="1465091" marR="0" indent="-194466" algn="l" defTabSz="1218956" rtl="0" eaLnBrk="1" latinLnBrk="0" hangingPunct="1">
        <a:lnSpc>
          <a:spcPct val="100000"/>
        </a:lnSpc>
        <a:spcBef>
          <a:spcPts val="1450"/>
        </a:spcBef>
        <a:spcAft>
          <a:spcPts val="0"/>
        </a:spcAft>
        <a:buClrTx/>
        <a:buSzPct val="100000"/>
        <a:buFontTx/>
        <a:buChar char="»"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IBM Plex Sans Light"/>
        </a:defRPr>
      </a:lvl9pPr>
    </p:bodyStyle>
    <p:otherStyle>
      <a:lvl1pPr marL="0" marR="0" indent="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1pPr>
      <a:lvl2pPr marL="0" marR="0" indent="17146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2pPr>
      <a:lvl3pPr marL="0" marR="0" indent="342922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3pPr>
      <a:lvl4pPr marL="0" marR="0" indent="514384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4pPr>
      <a:lvl5pPr marL="0" marR="0" indent="685845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5pPr>
      <a:lvl6pPr marL="0" marR="0" indent="857307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6pPr>
      <a:lvl7pPr marL="0" marR="0" indent="1028768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7pPr>
      <a:lvl8pPr marL="0" marR="0" indent="1200230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8pPr>
      <a:lvl9pPr marL="0" marR="0" indent="1371691" algn="r" defTabSz="914461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IBM Plex San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320">
          <p15:clr>
            <a:srgbClr val="0F62FE"/>
          </p15:clr>
        </p15:guide>
        <p15:guide id="3" pos="364">
          <p15:clr>
            <a:srgbClr val="EE5396"/>
          </p15:clr>
        </p15:guide>
        <p15:guide id="4" pos="3840">
          <p15:clr>
            <a:srgbClr val="0F62FE"/>
          </p15:clr>
        </p15:guide>
        <p15:guide id="5" pos="1916">
          <p15:clr>
            <a:srgbClr val="EE5396"/>
          </p15:clr>
        </p15:guide>
        <p15:guide id="6" pos="5756">
          <p15:clr>
            <a:srgbClr val="EE5396"/>
          </p15:clr>
        </p15:guide>
        <p15:guide id="7" pos="7319">
          <p15:clr>
            <a:srgbClr val="EE5396"/>
          </p15:clr>
        </p15:guide>
        <p15:guide id="8" pos="8040">
          <p15:clr>
            <a:srgbClr val="EE5396"/>
          </p15:clr>
        </p15:guide>
        <p15:guide id="9" pos="4200">
          <p15:clr>
            <a:srgbClr val="EE5396"/>
          </p15:clr>
        </p15:guide>
        <p15:guide id="10" pos="3480">
          <p15:clr>
            <a:srgbClr val="EE5396"/>
          </p15:clr>
        </p15:guide>
        <p15:guide id="11" pos="9594">
          <p15:clr>
            <a:srgbClr val="EE5396"/>
          </p15:clr>
        </p15:guide>
        <p15:guide id="13" pos="11160">
          <p15:clr>
            <a:srgbClr val="EE5396"/>
          </p15:clr>
        </p15:guide>
        <p15:guide id="14" pos="11880">
          <p15:clr>
            <a:srgbClr val="EE5396"/>
          </p15:clr>
        </p15:guide>
        <p15:guide id="15" pos="13440">
          <p15:clr>
            <a:srgbClr val="EE5396"/>
          </p15:clr>
        </p15:guide>
        <p15:guide id="16" pos="14995">
          <p15:clr>
            <a:srgbClr val="EE5396"/>
          </p15:clr>
        </p15:guide>
        <p15:guide id="17" orient="horz" pos="2160">
          <p15:clr>
            <a:srgbClr val="0F62FE"/>
          </p15:clr>
        </p15:guide>
        <p15:guide id="19" orient="horz" pos="3240">
          <p15:clr>
            <a:srgbClr val="EE5396"/>
          </p15:clr>
        </p15:guide>
        <p15:guide id="20" orient="horz" pos="1080">
          <p15:clr>
            <a:srgbClr val="EE5396"/>
          </p15:clr>
        </p15:guide>
        <p15:guide id="21" orient="horz" pos="364">
          <p15:clr>
            <a:srgbClr val="EE5396"/>
          </p15:clr>
        </p15:guide>
        <p15:guide id="22" orient="horz" pos="5400">
          <p15:clr>
            <a:srgbClr val="EE5396"/>
          </p15:clr>
        </p15:guide>
        <p15:guide id="24" orient="horz" pos="7557">
          <p15:clr>
            <a:srgbClr val="EE5396"/>
          </p15:clr>
        </p15:guide>
        <p15:guide id="25" orient="horz" pos="8273">
          <p15:clr>
            <a:srgbClr val="EE5396"/>
          </p15:clr>
        </p15:guide>
        <p15:guide id="26" pos="7680">
          <p15:clr>
            <a:srgbClr val="0F62FE"/>
          </p15:clr>
        </p15:guide>
        <p15:guide id="27" pos="11520">
          <p15:clr>
            <a:srgbClr val="0F62FE"/>
          </p15:clr>
        </p15:guide>
        <p15:guide id="28" orient="horz" pos="6480">
          <p15:clr>
            <a:srgbClr val="0F62FE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4C2375C2-B3CC-58B9-D79F-1F2E1CE2EBDB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510C1F5-FAD0-0AC6-D892-50F2AE5F840E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>
                <a:latin typeface="IBM Plex Sans Light"/>
              </a:rPr>
              <a:t>IBM </a:t>
            </a:r>
            <a:r>
              <a:rPr lang="en-US" sz="2999" dirty="0">
                <a:latin typeface="IBM Plex Sans Light"/>
              </a:rPr>
              <a:t>Bob</a:t>
            </a:r>
            <a:endParaRPr sz="2999" dirty="0">
              <a:latin typeface="IBM Plex Sans Ligh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85D93-97D7-1688-93E4-F40A95EDB354}"/>
              </a:ext>
            </a:extLst>
          </p:cNvPr>
          <p:cNvSpPr txBox="1">
            <a:spLocks/>
          </p:cNvSpPr>
          <p:nvPr/>
        </p:nvSpPr>
        <p:spPr>
          <a:xfrm>
            <a:off x="221869" y="1936137"/>
            <a:ext cx="6327892" cy="30398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sz="2999" dirty="0"/>
              <a:t>Modernizing Legacy Java Application</a:t>
            </a:r>
          </a:p>
          <a:p>
            <a:endParaRPr lang="en-US" sz="2999" dirty="0"/>
          </a:p>
          <a:p>
            <a:r>
              <a:rPr sz="2999" dirty="0">
                <a:solidFill>
                  <a:schemeClr val="accent1"/>
                </a:solidFill>
              </a:rPr>
              <a:t>From Java 8 to Java 21 in </a:t>
            </a:r>
            <a:r>
              <a:rPr lang="en-US" sz="2999" dirty="0">
                <a:solidFill>
                  <a:schemeClr val="accent1"/>
                </a:solidFill>
              </a:rPr>
              <a:t>hours</a:t>
            </a:r>
            <a:r>
              <a:rPr sz="2999" dirty="0">
                <a:solidFill>
                  <a:schemeClr val="accent1"/>
                </a:solidFill>
              </a:rPr>
              <a:t>, not months</a:t>
            </a:r>
            <a:endParaRPr lang="en-US" sz="2999" dirty="0">
              <a:solidFill>
                <a:schemeClr val="accent1"/>
              </a:solidFill>
            </a:endParaRPr>
          </a:p>
          <a:p>
            <a:endParaRPr lang="en-US" sz="2999" dirty="0"/>
          </a:p>
          <a:p>
            <a:r>
              <a:rPr sz="2999" dirty="0"/>
              <a:t>IBM Bob + </a:t>
            </a:r>
            <a:r>
              <a:rPr lang="en-US" sz="2999" dirty="0"/>
              <a:t>J</a:t>
            </a:r>
            <a:r>
              <a:rPr sz="2999" dirty="0"/>
              <a:t>ava</a:t>
            </a:r>
            <a:r>
              <a:rPr lang="en-US" sz="2999" dirty="0"/>
              <a:t> </a:t>
            </a:r>
            <a:r>
              <a:rPr sz="2999" dirty="0"/>
              <a:t>modernization mode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D050-65B7-21B8-F2DA-6E61BDE1E4C6}"/>
              </a:ext>
            </a:extLst>
          </p:cNvPr>
          <p:cNvSpPr txBox="1">
            <a:spLocks/>
          </p:cNvSpPr>
          <p:nvPr/>
        </p:nvSpPr>
        <p:spPr>
          <a:xfrm>
            <a:off x="287961" y="5320705"/>
            <a:ext cx="4148572" cy="875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400" kern="0" dirty="0">
                <a:solidFill>
                  <a:schemeClr val="tx1"/>
                </a:solidFill>
              </a:rPr>
              <a:t>Igor Olikh</a:t>
            </a:r>
          </a:p>
          <a:p>
            <a:pPr defTabSz="1218956"/>
            <a:r>
              <a:rPr lang="en-US" sz="2400" kern="0" dirty="0">
                <a:solidFill>
                  <a:schemeClr val="tx1"/>
                </a:solidFill>
                <a:latin typeface="IBM Plex Sans Light"/>
              </a:rPr>
              <a:t>AI Solutions Architect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9E9791E-E0FC-0324-0CAE-0D4595A897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3072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32639-1E09-CF5E-AB5D-AB5A77502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EBB64-C53B-8120-9D80-85184F83B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755" y="243437"/>
            <a:ext cx="10094307" cy="338554"/>
          </a:xfrm>
        </p:spPr>
        <p:txBody>
          <a:bodyPr/>
          <a:lstStyle/>
          <a:p>
            <a:r>
              <a:rPr sz="2200">
                <a:solidFill>
                  <a:srgbClr val="000000"/>
                </a:solidFill>
              </a:rPr>
              <a:t>Java isn't legacy. It powers most of the world's enterprise systems</a:t>
            </a:r>
          </a:p>
        </p:txBody>
      </p:sp>
      <p:pic>
        <p:nvPicPr>
          <p:cNvPr id="31" name="Picture 30" descr="java-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55" y="581991"/>
            <a:ext cx="9676512" cy="61232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1A420967-8374-78DC-A009-639329A69D46}"/>
              </a:ext>
            </a:extLst>
          </p:cNvPr>
          <p:cNvGrpSpPr/>
          <p:nvPr/>
        </p:nvGrpSpPr>
        <p:grpSpPr>
          <a:xfrm>
            <a:off x="4566130" y="2797728"/>
            <a:ext cx="4705063" cy="1582802"/>
            <a:chOff x="16363182" y="2200545"/>
            <a:chExt cx="6929177" cy="154458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C16C317-5A21-7085-2A49-1B9EA4B55BA6}"/>
                </a:ext>
              </a:extLst>
            </p:cNvPr>
            <p:cNvSpPr/>
            <p:nvPr/>
          </p:nvSpPr>
          <p:spPr bwMode="auto">
            <a:xfrm>
              <a:off x="16363182" y="2200545"/>
              <a:ext cx="6816781" cy="1544586"/>
            </a:xfrm>
            <a:prstGeom prst="rect">
              <a:avLst/>
            </a:prstGeom>
            <a:solidFill>
              <a:srgbClr val="E5F6FF"/>
            </a:solidFill>
            <a:ln w="19050">
              <a:solidFill>
                <a:srgbClr val="002F6C"/>
              </a:solidFill>
              <a:headEnd type="none" w="med" len="med"/>
              <a:tailEnd type="none" w="med" len="med"/>
            </a:ln>
            <a:effectLst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horz" wrap="square" lIns="45714" tIns="45714" rIns="45714" bIns="45714" numCol="1" rtlCol="0" anchor="t" anchorCtr="0" compatLnSpc="1">
              <a:prstTxWarp prst="textNoShape">
                <a:avLst/>
              </a:prstTxWarp>
            </a:bodyPr>
            <a:lstStyle/>
            <a:p>
              <a:pPr defTabSz="457109" fontAlgn="base">
                <a:spcBef>
                  <a:spcPct val="0"/>
                </a:spcBef>
                <a:spcAft>
                  <a:spcPct val="0"/>
                </a:spcAft>
              </a:pPr>
              <a:endParaRPr lang="en-US" sz="700" dirty="0">
                <a:solidFill>
                  <a:srgbClr val="FFFFFF"/>
                </a:solidFill>
                <a:latin typeface="IBM Plex Sans Light"/>
              </a:endParaRPr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A192DFB-C620-21AB-9A18-4A0A99BE8C84}"/>
                </a:ext>
              </a:extLst>
            </p:cNvPr>
            <p:cNvSpPr txBox="1">
              <a:spLocks/>
            </p:cNvSpPr>
            <p:nvPr/>
          </p:nvSpPr>
          <p:spPr>
            <a:xfrm>
              <a:off x="16475575" y="2314241"/>
              <a:ext cx="6816784" cy="27331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228570" bIns="0">
              <a:spAutoFit/>
            </a:bodyPr>
            <a:lstStyle>
              <a:lvl1pPr marL="0" marR="0" indent="0" algn="l" defTabSz="2438400" rtl="0" eaLnBrk="1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chemeClr val="tx2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1pPr>
              <a:lvl2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2pPr>
              <a:lvl3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3pPr>
              <a:lvl4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4pPr>
              <a:lvl5pPr marL="0" marR="0" indent="0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5pPr>
              <a:lvl6pPr marL="0" marR="0" indent="362568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6pPr>
              <a:lvl7pPr marL="0" marR="0" indent="725139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7pPr>
              <a:lvl8pPr marL="0" marR="0" indent="108770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8pPr>
              <a:lvl9pPr marL="0" marR="0" indent="1450276" algn="l" defTabSz="2438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6400" b="0" i="0" u="none" strike="noStrike" cap="none" spc="0" baseline="0">
                  <a:solidFill>
                    <a:srgbClr val="000000"/>
                  </a:solidFill>
                  <a:uFillTx/>
                  <a:latin typeface="+mj-lt"/>
                  <a:ea typeface="+mj-ea"/>
                  <a:cs typeface="+mj-cs"/>
                  <a:sym typeface="IBM Plex Sans Light"/>
                </a:defRPr>
              </a:lvl9pPr>
            </a:lstStyle>
            <a:p>
              <a:pPr algn="ctr" defTabSz="1218956"/>
              <a:r>
                <a:rPr sz="1200" b="1">
                  <a:solidFill>
                    <a:srgbClr val="000000"/>
                  </a:solidFill>
                  <a:latin typeface="IBM Plex Sans Light"/>
                </a:rPr>
                <a:t>JAVA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E8B7A9-BA7E-F473-91FD-011716B4BFDF}"/>
                </a:ext>
              </a:extLst>
            </p:cNvPr>
            <p:cNvSpPr txBox="1"/>
            <p:nvPr/>
          </p:nvSpPr>
          <p:spPr>
            <a:xfrm>
              <a:off x="16481881" y="2587558"/>
              <a:ext cx="6579383" cy="949086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wrap="square" lIns="0" tIns="0" rIns="0" bIns="0" rtlCol="0" anchor="t">
              <a:noAutofit/>
            </a:bodyPr>
            <a:lstStyle/>
            <a:p>
              <a:pPr marL="171450" indent="-171450" algn="just" defTabSz="914507">
                <a:buFont typeface="Arial" panose="020B0604020202020204" pitchFamily="34" charset="0"/>
                <a:buChar char="•"/>
                <a:defRPr/>
              </a:pPr>
              <a:r>
                <a:rPr sz="1200" dirty="0">
                  <a:solidFill>
                    <a:srgbClr val="000000"/>
                  </a:solidFill>
                </a:rPr>
                <a:t>Java 8 still runs over 50% of enterprise Java workloads</a:t>
              </a:r>
              <a:endParaRPr lang="en-US" sz="1200" dirty="0">
                <a:solidFill>
                  <a:srgbClr val="000000"/>
                </a:solidFill>
              </a:endParaRPr>
            </a:p>
            <a:p>
              <a:pPr algn="just" defTabSz="914507">
                <a:defRPr/>
              </a:pPr>
              <a:endParaRPr sz="1200" dirty="0">
                <a:solidFill>
                  <a:srgbClr val="000000"/>
                </a:solidFill>
              </a:endParaRPr>
            </a:p>
            <a:p>
              <a:r>
                <a:rPr sz="1200" dirty="0">
                  <a:solidFill>
                    <a:srgbClr val="000000"/>
                  </a:solidFill>
                </a:rPr>
                <a:t>Banking, telecom and government heavily rely on Java 8</a:t>
              </a:r>
            </a:p>
            <a:p>
              <a:r>
                <a:rPr sz="1200" dirty="0">
                  <a:solidFill>
                    <a:srgbClr val="000000"/>
                  </a:solidFill>
                </a:rPr>
                <a:t>Java 21 LTS (Sept 2023) brings Records, Sealed Types, Virtual Threads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8231572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B1A2713-4062-ECF3-F770-93A3B5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F750D8-FFCF-2DC7-9223-039A0C242A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9839" y="245507"/>
            <a:ext cx="3687319" cy="397455"/>
          </a:xfrm>
        </p:spPr>
        <p:txBody>
          <a:bodyPr/>
          <a:lstStyle/>
          <a:p>
            <a:r>
              <a:rPr lang="en-US" sz="2400" dirty="0"/>
              <a:t>Architecture Diagram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44ACF-515C-6FFB-1897-E888937094FB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pic>
        <p:nvPicPr>
          <p:cNvPr id="12" name="Picture 11" descr="java-arch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9" y="776146"/>
            <a:ext cx="7367894" cy="5766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80143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46E5060-F2D8-3122-299F-21BAE5F6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8F93-BA53-0210-60CF-995AC126D3FC}"/>
              </a:ext>
            </a:extLst>
          </p:cNvPr>
          <p:cNvSpPr/>
          <p:nvPr/>
        </p:nvSpPr>
        <p:spPr bwMode="auto">
          <a:xfrm>
            <a:off x="6095206" y="0"/>
            <a:ext cx="6096794" cy="6857999"/>
          </a:xfrm>
          <a:prstGeom prst="rect">
            <a:avLst/>
          </a:prstGeom>
          <a:solidFill>
            <a:srgbClr val="E5F6FF"/>
          </a:solidFill>
          <a:ln w="19050">
            <a:solidFill>
              <a:srgbClr val="E5F6FF"/>
            </a:solidFill>
            <a:headEnd type="none" w="med" len="med"/>
            <a:tailEnd type="none" w="med" len="med"/>
          </a:ln>
          <a:effectLst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91440" tIns="91440" rIns="91440" bIns="91440" numCol="1" rtlCol="0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IBM Plex Sans Light"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BM Plex Sans Light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1A99-EB55-2490-E853-6ABBCEF25F90}"/>
              </a:ext>
            </a:extLst>
          </p:cNvPr>
          <p:cNvSpPr txBox="1"/>
          <p:nvPr/>
        </p:nvSpPr>
        <p:spPr>
          <a:xfrm>
            <a:off x="6804863" y="392281"/>
            <a:ext cx="0" cy="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rtlCol="0">
            <a:noAutofit/>
          </a:bodyPr>
          <a:lstStyle/>
          <a:p>
            <a:pPr marL="222188" indent="-223330" defTabSz="1218956">
              <a:spcBef>
                <a:spcPts val="1450"/>
              </a:spcBef>
              <a:buSzPct val="100000"/>
              <a:buFontTx/>
              <a:buChar char="–"/>
            </a:pPr>
            <a:endParaRPr lang="en-US" kern="0" dirty="0">
              <a:solidFill>
                <a:srgbClr val="000000"/>
              </a:solidFill>
              <a:latin typeface="IBM Plex Sans Light"/>
              <a:sym typeface="IBM Plex Sans Light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8A30F8E-BC32-6A4D-636E-582006289836}"/>
              </a:ext>
            </a:extLst>
          </p:cNvPr>
          <p:cNvSpPr txBox="1">
            <a:spLocks/>
          </p:cNvSpPr>
          <p:nvPr/>
        </p:nvSpPr>
        <p:spPr>
          <a:xfrm>
            <a:off x="6454163" y="6208898"/>
            <a:ext cx="5331717" cy="6095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marL="0" marR="0" indent="0" algn="ctr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164559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329118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493677" marR="0" indent="-164559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–"/>
              <a:tabLst/>
              <a:defRPr sz="1800" b="0" i="0" u="none" strike="noStrike" cap="none" spc="0" baseline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571386" marR="0" indent="-228554" algn="l" defTabSz="1218956" rtl="0" eaLnBrk="1" latinLnBrk="0" hangingPunct="1">
              <a:lnSpc>
                <a:spcPct val="11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921346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1102595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1283843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1465091" marR="0" indent="-194466" algn="l" defTabSz="1218956" rtl="0" eaLnBrk="1" latinLnBrk="0" hangingPunct="1">
              <a:lnSpc>
                <a:spcPct val="100000"/>
              </a:lnSpc>
              <a:spcBef>
                <a:spcPts val="1450"/>
              </a:spcBef>
              <a:spcAft>
                <a:spcPts val="0"/>
              </a:spcAft>
              <a:buClrTx/>
              <a:buSzPct val="100000"/>
              <a:buFontTx/>
              <a:buChar char="»"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algn="just">
              <a:defRPr/>
            </a:pPr>
            <a:endParaRPr lang="en-US" sz="3600" baseline="30000" dirty="0"/>
          </a:p>
        </p:txBody>
      </p:sp>
      <p:sp>
        <p:nvSpPr>
          <p:cNvPr id="38" name="AutoShape 2" descr="illustration of security attack surfaces">
            <a:extLst>
              <a:ext uri="{FF2B5EF4-FFF2-40B4-BE49-F238E27FC236}">
                <a16:creationId xmlns:a16="http://schemas.microsoft.com/office/drawing/2014/main" id="{3ACD3979-E7E1-E31C-6754-251C4C27798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7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58" name="Title 1">
            <a:extLst>
              <a:ext uri="{FF2B5EF4-FFF2-40B4-BE49-F238E27FC236}">
                <a16:creationId xmlns:a16="http://schemas.microsoft.com/office/drawing/2014/main" id="{88C87351-EA8D-1767-FE18-7FBC676F4430}"/>
              </a:ext>
            </a:extLst>
          </p:cNvPr>
          <p:cNvSpPr txBox="1">
            <a:spLocks/>
          </p:cNvSpPr>
          <p:nvPr/>
        </p:nvSpPr>
        <p:spPr>
          <a:xfrm>
            <a:off x="287299" y="105903"/>
            <a:ext cx="4225706" cy="457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lIns="0" tIns="0" rIns="0" bIns="0"/>
          <a:lstStyle>
            <a:lvl1pPr marL="0" marR="0" indent="0" algn="l" defTabSz="1218956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181248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362497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543744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724993" algn="l" defTabSz="1218956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199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r>
              <a:rPr lang="en-US" sz="2400" kern="0" dirty="0">
                <a:solidFill>
                  <a:srgbClr val="000000"/>
                </a:solidFill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61041435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09605-609A-E9CB-392A-26BDF9281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965AEEA-6D34-7441-C98D-EC2DC1A16EC6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3"/>
          <a:srcRect l="6108" r="6108"/>
          <a:stretch>
            <a:fillRect/>
          </a:stretch>
        </p:blipFill>
        <p:spPr>
          <a:xfrm>
            <a:off x="6549760" y="341564"/>
            <a:ext cx="5420372" cy="6174871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AA0719A-6362-6875-86B3-74B09CDEB411}"/>
              </a:ext>
            </a:extLst>
          </p:cNvPr>
          <p:cNvSpPr txBox="1">
            <a:spLocks/>
          </p:cNvSpPr>
          <p:nvPr/>
        </p:nvSpPr>
        <p:spPr>
          <a:xfrm>
            <a:off x="1562891" y="341564"/>
            <a:ext cx="4424528" cy="476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0" tIns="0" rIns="0" bIns="0" anchor="t"/>
          <a:lstStyle>
            <a:lvl1pPr marL="0" marR="0" indent="0" algn="l" defTabSz="2438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400" b="0" i="0" u="none" strike="noStrike" cap="none" spc="0" baseline="0">
                <a:solidFill>
                  <a:schemeClr val="tx2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1pPr>
            <a:lvl2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2pPr>
            <a:lvl3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3pPr>
            <a:lvl4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4pPr>
            <a:lvl5pPr marL="0" marR="0" indent="0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5pPr>
            <a:lvl6pPr marL="0" marR="0" indent="362568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6pPr>
            <a:lvl7pPr marL="0" marR="0" indent="725139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7pPr>
            <a:lvl8pPr marL="0" marR="0" indent="108770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8pPr>
            <a:lvl9pPr marL="0" marR="0" indent="1450276" algn="l" defTabSz="2438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4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IBM Plex Sans Light"/>
              </a:defRPr>
            </a:lvl9pPr>
          </a:lstStyle>
          <a:p>
            <a:pPr defTabSz="1218956"/>
            <a:r>
              <a:rPr lang="en-US" sz="2950" kern="0" dirty="0">
                <a:solidFill>
                  <a:schemeClr val="tx1"/>
                </a:solidFill>
                <a:latin typeface="IBM Plex Sans Light"/>
              </a:rPr>
              <a:t>Why IBM BOB?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33B938-BCB6-D5E9-94DF-F29F688C2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87909"/>
            <a:ext cx="1562891" cy="15628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0EA7B-784D-7CCB-1354-FA1D12F80E0D}"/>
              </a:ext>
            </a:extLst>
          </p:cNvPr>
          <p:cNvSpPr txBox="1"/>
          <p:nvPr/>
        </p:nvSpPr>
        <p:spPr>
          <a:xfrm>
            <a:off x="279905" y="1507111"/>
            <a:ext cx="6269855" cy="4678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600" b="1" dirty="0"/>
              <a:t>Specialized Java and Modernization Expertise</a:t>
            </a:r>
            <a:endParaRPr lang="en-US" sz="1600" dirty="0"/>
          </a:p>
          <a:p>
            <a:endParaRPr lang="en-US" sz="1600" dirty="0"/>
          </a:p>
          <a:p>
            <a:r>
              <a:rPr sz="1600" b="1" dirty="0"/>
              <a:t>This project required deep understanding of:</a:t>
            </a:r>
          </a:p>
          <a:p>
            <a:r>
              <a:rPr sz="1600" b="1" dirty="0"/>
              <a:t>Modern Java syntax: Records, Sealed Types</a:t>
            </a:r>
            <a:r>
              <a:rPr lang="en-US" sz="1600" b="1" dirty="0"/>
              <a:t>, </a:t>
            </a:r>
            <a:r>
              <a:rPr sz="1600" b="1" dirty="0"/>
              <a:t>Pattern Matching</a:t>
            </a:r>
            <a:r>
              <a:rPr lang="en-US" sz="1600" b="1" dirty="0"/>
              <a:t>, </a:t>
            </a:r>
            <a:r>
              <a:rPr sz="1600" b="1" dirty="0"/>
              <a:t>Virtual Threads</a:t>
            </a:r>
          </a:p>
          <a:p>
            <a:r>
              <a:rPr sz="1600" b="1" dirty="0"/>
              <a:t>Maven build lifecycle (</a:t>
            </a:r>
            <a:r>
              <a:rPr sz="1600" b="1" dirty="0" err="1"/>
              <a:t>pom.xml</a:t>
            </a:r>
            <a:r>
              <a:rPr sz="1600" b="1" dirty="0"/>
              <a:t>, dependency management, compiler plugins)</a:t>
            </a:r>
          </a:p>
          <a:p>
            <a:r>
              <a:rPr sz="1600" b="1" dirty="0"/>
              <a:t>Enterprise Java patterns (Swing UI, layered MVC, in-memory repositories, exception hierarchies)</a:t>
            </a:r>
          </a:p>
          <a:p>
            <a:endParaRPr sz="1600" b="1" dirty="0"/>
          </a:p>
          <a:p>
            <a:r>
              <a:rPr sz="1600" b="1" dirty="0"/>
              <a:t>Native IBM Product Understanding</a:t>
            </a:r>
            <a:r>
              <a:rPr lang="en-US" sz="1600" b="1" dirty="0"/>
              <a:t>:</a:t>
            </a:r>
            <a:endParaRPr sz="1600" b="1" dirty="0"/>
          </a:p>
          <a:p>
            <a:r>
              <a:rPr sz="1600" b="1" dirty="0"/>
              <a:t>- Specialized /java-modernization mode trained for Java 8 → Java 21</a:t>
            </a:r>
            <a:r>
              <a:rPr lang="en-US" sz="1600" b="1" dirty="0"/>
              <a:t>+</a:t>
            </a:r>
            <a:r>
              <a:rPr sz="1600" b="1" dirty="0"/>
              <a:t> migration</a:t>
            </a:r>
          </a:p>
          <a:p>
            <a:r>
              <a:rPr sz="1600" b="1" dirty="0"/>
              <a:t>- IBM Cloud and Code Engine deployment patterns and best practices</a:t>
            </a:r>
          </a:p>
          <a:p>
            <a:r>
              <a:rPr sz="1600" b="1" dirty="0"/>
              <a:t>- Integration with the IBM </a:t>
            </a:r>
            <a:r>
              <a:rPr sz="1600" b="1" dirty="0" err="1"/>
              <a:t>watsonx</a:t>
            </a:r>
            <a:r>
              <a:rPr sz="1600" b="1" dirty="0"/>
              <a:t> Orchestrate ecosystem</a:t>
            </a:r>
          </a:p>
          <a:p>
            <a:r>
              <a:rPr sz="1600" b="1" dirty="0"/>
              <a:t>- Understanding of IBM's enterprise Java tooling (Open Liberty, </a:t>
            </a:r>
            <a:r>
              <a:rPr sz="1600" b="1" dirty="0" err="1"/>
              <a:t>Semeru</a:t>
            </a:r>
            <a:r>
              <a:rPr sz="1600" b="1" dirty="0"/>
              <a:t>)</a:t>
            </a:r>
          </a:p>
          <a:p>
            <a:r>
              <a:rPr sz="1600" b="1" dirty="0"/>
              <a:t>- Access to IBM MCP servers</a:t>
            </a:r>
          </a:p>
        </p:txBody>
      </p:sp>
    </p:spTree>
    <p:extLst>
      <p:ext uri="{BB962C8B-B14F-4D97-AF65-F5344CB8AC3E}">
        <p14:creationId xmlns:p14="http://schemas.microsoft.com/office/powerpoint/2010/main" val="575572071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Why a Mode — not just hand-coding?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You can modernize one class by hand. The value is the whole estate — identically, safely, in hours, not months.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27632"/>
          <a:ext cx="11274552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4480560"/>
                <a:gridCol w="473659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Dimension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By hand — developer alone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IBM Plex Sans"/>
                        </a:rPr>
                        <a:t>With /java-modernization mode</a:t>
                      </a:r>
                    </a:p>
                  </a:txBody>
                  <a:tcPr anchor="ctr" marL="127000" marR="101600" marT="50800" marB="50800">
                    <a:solidFill>
                      <a:srgbClr val="0F62F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One class is quick; the whole system is weeks of toil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Hundreds of files in hours — one shared playbook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Consistency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Fatigue creeps in; 5 developers → 5 styles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Identical rules applied to every file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Expertise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Needs a senior who knows the traps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Senior-level know-how baked into the mode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Risk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Missed call sites, silent behavior changes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Build stays green, behavior preserved, full diff audit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E2841"/>
                          </a:solidFill>
                          <a:latin typeface="IBM Plex Sans"/>
                        </a:rPr>
                        <a:t>Portfolio</a:t>
                      </a:r>
                    </a:p>
                  </a:txBody>
                  <a:tcPr anchor="ctr" marL="127000" marR="101600" marT="50800" marB="50800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93939"/>
                          </a:solidFill>
                          <a:latin typeface="IBM Plex Sans"/>
                        </a:rPr>
                        <a:t>Re-learned for each application</a:t>
                      </a:r>
                    </a:p>
                  </a:txBody>
                  <a:tcPr anchor="ctr" marL="1270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61616"/>
                          </a:solidFill>
                          <a:latin typeface="IBM Plex Sans"/>
                        </a:rPr>
                        <a:t>Written once → reused across the whole Java estate</a:t>
                      </a:r>
                    </a:p>
                  </a:txBody>
                  <a:tcPr anchor="ctr" marL="127000" marR="101600" marT="50800" marB="50800">
                    <a:solidFill>
                      <a:srgbClr val="ED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It isn't Bob vs the developer — it's developer + Bob.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The judgment stays human; the toil disappears.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F2B97-92CD-2466-3B01-5C84E1221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55D6E-26DC-B3EE-14A0-D924B7703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7821" y="3143684"/>
            <a:ext cx="916358" cy="570632"/>
          </a:xfrm>
        </p:spPr>
        <p:txBody>
          <a:bodyPr vert="horz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  <a:latin typeface="IBM Plex Sans Light" panose="020B0403050203000203" pitchFamily="34" charset="0"/>
                <a:sym typeface="IBM Plex Sans Light"/>
              </a:rPr>
              <a:t>Q &amp; 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5A48-AEE2-6292-237C-C83165EC56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26796882" y="13061317"/>
            <a:ext cx="61708" cy="123094"/>
          </a:xfrm>
        </p:spPr>
        <p:txBody>
          <a:bodyPr/>
          <a:lstStyle/>
          <a:p>
            <a:pPr marL="0" marR="0" lvl="0" indent="0" algn="r" defTabSz="6858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fld id="{59395FB3-9C97-154F-86B2-7E381B95126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68584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288790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06748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"/>
            <a:ext cx="1563624" cy="1563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3624" y="310896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0" i="0">
                <a:solidFill>
                  <a:srgbClr val="525252"/>
                </a:solidFill>
                <a:latin typeface="IBM Plex Sans Light"/>
              </a:rPr>
              <a:t>AI alone  vs  AI + 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3624" y="969264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0F62FE"/>
                </a:solidFill>
                <a:latin typeface="IBM Plex Sans"/>
              </a:rPr>
              <a:t>Bob isn't a different AI — it's the same model, made enterprise-ready.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F2F4F8"/>
          </a:solidFill>
          <a:ln w="9525">
            <a:solidFill>
              <a:srgbClr val="C7C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525252"/>
                </a:solidFill>
                <a:latin typeface="IBM Plex Sans"/>
              </a:rPr>
              <a:t>AI alone — a generic assistant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Improvises per prompt — output varies with phrasing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No enterprise methodology or guardrails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Generic — no access to your systems or the IBM stack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Black box — no built-in review or audit trail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525252"/>
                </a:solidFill>
                <a:latin typeface="IBM Plex Sans"/>
              </a:rPr>
              <a:t>•  </a:t>
            </a:r>
            <a:r>
              <a:rPr sz="1350" b="0">
                <a:solidFill>
                  <a:srgbClr val="393939"/>
                </a:solidFill>
                <a:latin typeface="IBM Plex Sans"/>
              </a:rPr>
              <a:t>Stateless — you re-explain the context every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783080"/>
            <a:ext cx="5349240" cy="3383280"/>
          </a:xfrm>
          <a:prstGeom prst="roundRect">
            <a:avLst>
              <a:gd name="adj" fmla="val 4500"/>
            </a:avLst>
          </a:prstGeom>
          <a:solidFill>
            <a:srgbClr val="EDF2FF"/>
          </a:solidFill>
          <a:ln w="15875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03200" tIns="279400" bIns="152400"/>
          <a:lstStyle/>
          <a:p>
            <a:pPr algn="ctr">
              <a:spcAft>
                <a:spcPts val="1600"/>
              </a:spcAft>
            </a:pPr>
            <a:r>
              <a:rPr sz="1700" b="1">
                <a:solidFill>
                  <a:srgbClr val="0F62FE"/>
                </a:solidFill>
                <a:latin typeface="IBM Plex Sans"/>
              </a:rPr>
              <a:t>AI + Bob — enterprise-ready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Specialized modes &amp; playbooks (e.g. /java-modernization)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Skills &amp; MCP servers — TechZone, watsonx Orchestrate, web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Native IBM stack — Liberty, Semeru, IBM Cloud, Code Engine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Per-file approval, build-green discipline, full diff audit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0F62FE"/>
                </a:solidFill>
                <a:latin typeface="IBM Plex Sans"/>
              </a:rPr>
              <a:t>+  </a:t>
            </a:r>
            <a:r>
              <a:rPr sz="1350" b="0">
                <a:solidFill>
                  <a:srgbClr val="161616"/>
                </a:solidFill>
                <a:latin typeface="IBM Plex Sans"/>
              </a:rPr>
              <a:t>Knowledge baked in, reused across the whole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745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E2841"/>
                </a:solidFill>
                <a:latin typeface="IBM Plex Sans"/>
              </a:rPr>
              <a:t>Same AI horsepower — </a:t>
            </a:r>
            <a:r>
              <a:rPr sz="1400" b="0" i="1">
                <a:solidFill>
                  <a:srgbClr val="525252"/>
                </a:solidFill>
                <a:latin typeface="IBM Plex Sans"/>
              </a:rPr>
              <a:t>plus the methodology, tools, and governance an enterprise needs.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IBM Brand Template 2022 (Microgrid)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 defTabSz="1829308" hangingPunct="0">
          <a:lnSpc>
            <a:spcPct val="110000"/>
          </a:lnSpc>
          <a:defRPr sz="2800" dirty="0" smtClean="0">
            <a:solidFill>
              <a:srgbClr val="000000"/>
            </a:solidFill>
            <a:latin typeface="IBM Plex Sans Light" panose="020B0403050203000203" pitchFamily="34" charset="0"/>
            <a:sym typeface="Helvetica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Security_Template_2023" id="{90B5EEF1-05DD-6441-91CE-8DAC5B2E2635}" vid="{DD75A2B6-E0A9-B349-B993-4165C892E6AB}"/>
    </a:ext>
  </a:extLst>
</a:theme>
</file>

<file path=ppt/theme/theme3.xml><?xml version="1.0" encoding="utf-8"?>
<a:theme xmlns:a="http://schemas.openxmlformats.org/drawingml/2006/main" name="IBM presentation template">
  <a:themeElements>
    <a:clrScheme name="Custom 1">
      <a:dk1>
        <a:srgbClr val="FFFFFF"/>
      </a:dk1>
      <a:lt1>
        <a:srgbClr val="000000"/>
      </a:lt1>
      <a:dk2>
        <a:srgbClr val="FFFFFF"/>
      </a:dk2>
      <a:lt2>
        <a:srgbClr val="000000"/>
      </a:lt2>
      <a:accent1>
        <a:srgbClr val="0F62FE"/>
      </a:accent1>
      <a:accent2>
        <a:srgbClr val="A56EFF"/>
      </a:accent2>
      <a:accent3>
        <a:srgbClr val="003A6D"/>
      </a:accent3>
      <a:accent4>
        <a:srgbClr val="009D9A"/>
      </a:accent4>
      <a:accent5>
        <a:srgbClr val="9F1853"/>
      </a:accent5>
      <a:accent6>
        <a:srgbClr val="FA4D56"/>
      </a:accent6>
      <a:hlink>
        <a:srgbClr val="0F62FE"/>
      </a:hlink>
      <a:folHlink>
        <a:srgbClr val="6F6F6F"/>
      </a:folHlink>
    </a:clrScheme>
    <a:fontScheme name="IBM Plex">
      <a:majorFont>
        <a:latin typeface="IBM Plex Sans Light"/>
        <a:ea typeface=""/>
        <a:cs typeface=""/>
      </a:majorFont>
      <a:minorFont>
        <a:latin typeface="IBM Plex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E5F6FF"/>
        </a:solidFill>
        <a:ln w="19050">
          <a:solidFill>
            <a:srgbClr val="E5F6FF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IBM Plex Sans Light"/>
          <a:buNone/>
          <a:tabLst/>
          <a:defRPr kumimoji="0" sz="1400" b="0" i="0" u="none" strike="noStrike" cap="none" normalizeH="0" baseline="0" dirty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270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ln w="12700">
          <a:miter lim="400000"/>
        </a:ln>
        <a:extLst>
          <a:ext uri="{C572A759-6A51-4108-AA02-DFA0A04FC94B}">
            <ma14:wrappingTextBoxFlag xmlns:ma14="http://schemas.microsoft.com/office/mac/drawingml/2011/main" xmlns:a14="http://schemas.microsoft.com/office/drawing/2010/main" xmlns:m="http://schemas.openxmlformats.org/officeDocument/2006/math" xmlns="" xmlns:p="http://schemas.openxmlformats.org/presentationml/2006/main" xmlns:r="http://schemas.openxmlformats.org/officeDocument/2006/relationships" val="1"/>
          </a:ext>
        </a:extLst>
      </a:spPr>
      <a:bodyPr wrap="square" lIns="0" tIns="0" rIns="0" bIns="0" rtlCol="0">
        <a:noAutofit/>
      </a:bodyPr>
      <a:lstStyle>
        <a:defPPr marL="444465" indent="-446749" algn="l" defTabSz="2438400">
          <a:spcBef>
            <a:spcPts val="2900"/>
          </a:spcBef>
          <a:buSzPct val="100000"/>
          <a:buFontTx/>
          <a:buChar char="–"/>
          <a:defRPr kern="0" dirty="0" smtClean="0">
            <a:solidFill>
              <a:srgbClr val="000000"/>
            </a:solidFill>
            <a:ea typeface="+mj-ea"/>
            <a:cs typeface="+mj-cs"/>
            <a:sym typeface="IBM Plex Sans Light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60">
      <a:srgbClr val="DA1E28"/>
    </a:custClr>
    <a:custClr name="Red 50">
      <a:srgbClr val="FA4D56"/>
    </a:custClr>
    <a:custClr name="Red 30">
      <a:srgbClr val="FFB3B8"/>
    </a:custClr>
    <a:custClr name="Red 20">
      <a:srgbClr val="FFD7D9"/>
    </a:custClr>
    <a:custClr name="Red 10">
      <a:srgbClr val="FFF1F1"/>
    </a:custClr>
    <a:custClr name="Magenta 60">
      <a:srgbClr val="D02670"/>
    </a:custClr>
    <a:custClr name="Magenta 50">
      <a:srgbClr val="EE539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60">
      <a:srgbClr val="8A3FFC"/>
    </a:custClr>
    <a:custClr name="Purple 50">
      <a:srgbClr val="A56E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Teal 60">
      <a:srgbClr val="007D79"/>
    </a:custClr>
    <a:custClr name="Teal 50">
      <a:srgbClr val="009D9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een 60">
      <a:srgbClr val="198038"/>
    </a:custClr>
    <a:custClr name="Green 50">
      <a:srgbClr val="24A148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30">
      <a:srgbClr val="F1C21B"/>
    </a:custClr>
    <a:custClr name="Yellow 20">
      <a:srgbClr val="FDDC69"/>
    </a:custClr>
    <a:custClr name="Yellow 10">
      <a:srgbClr val="FCF4D6"/>
    </a:custClr>
    <a:custClr name="Blue 20">
      <a:srgbClr val="D0E2FF"/>
    </a:custClr>
    <a:custClr name="Blue 10">
      <a:srgbClr val="EDF5FF"/>
    </a:custClr>
  </a:custClrLst>
  <a:extLst>
    <a:ext uri="{05A4C25C-085E-4340-85A3-A5531E510DB2}">
      <thm15:themeFamily xmlns:thm15="http://schemas.microsoft.com/office/thememl/2012/main" name="IBM_presentation_template_v_1_4_Plex" id="{CD0C5817-EB6A-6C46-8403-24AD582CFD03}" vid="{BF9B21BA-71C2-5045-909D-55899A1DBA68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224</Words>
  <Application>Microsoft Macintosh PowerPoint</Application>
  <PresentationFormat>Widescreen</PresentationFormat>
  <Paragraphs>50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Aptos</vt:lpstr>
      <vt:lpstr>Aptos Display</vt:lpstr>
      <vt:lpstr>Arial</vt:lpstr>
      <vt:lpstr>IBM Plex Sans</vt:lpstr>
      <vt:lpstr>IBM Plex Sans ExtLt</vt:lpstr>
      <vt:lpstr>IBM Plex Sans Light</vt:lpstr>
      <vt:lpstr>Office Theme</vt:lpstr>
      <vt:lpstr>1_IBM Brand Template 2022 (Microgrid)</vt:lpstr>
      <vt:lpstr>IBM presentation template</vt:lpstr>
      <vt:lpstr>PowerPoint Presentation</vt:lpstr>
      <vt:lpstr>Java isn't legacy. It powers most of the world's enterprise systems</vt:lpstr>
      <vt:lpstr>PowerPoint Presentation</vt:lpstr>
      <vt:lpstr>PowerPoint Presentation</vt:lpstr>
      <vt:lpstr>PowerPoint Presentation</vt:lpstr>
      <vt:lpstr>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Sandra Hernandez</dc:creator>
  <cp:lastModifiedBy>Igor Olikh</cp:lastModifiedBy>
  <cp:revision>45</cp:revision>
  <dcterms:created xsi:type="dcterms:W3CDTF">2024-12-04T16:03:20Z</dcterms:created>
  <dcterms:modified xsi:type="dcterms:W3CDTF">2026-05-20T08:26:35Z</dcterms:modified>
</cp:coreProperties>
</file>