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1"/>
  </p:notesMasterIdLst>
  <p:sldIdLst>
    <p:sldId id="2147483229" r:id="rId4"/>
    <p:sldId id="2147482978" r:id="rId5"/>
    <p:sldId id="2147483255" r:id="rId6"/>
    <p:sldId id="2147483256" r:id="rId7"/>
    <p:sldId id="2147483259" r:id="rId8"/>
    <p:sldId id="2147483258" r:id="rId9"/>
    <p:sldId id="21474691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08"/>
    <p:restoredTop sz="94647"/>
  </p:normalViewPr>
  <p:slideViewPr>
    <p:cSldViewPr snapToGrid="0">
      <p:cViewPr varScale="1">
        <p:scale>
          <a:sx n="151" d="100"/>
          <a:sy n="151" d="100"/>
        </p:scale>
        <p:origin x="4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tableStyles" Target="tableStyle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47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55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45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4.xml"/><Relationship Id="rId26" Type="http://schemas.openxmlformats.org/officeDocument/2006/relationships/slideLayout" Target="../slideLayouts/slideLayout82.xml"/><Relationship Id="rId39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77.xml"/><Relationship Id="rId34" Type="http://schemas.openxmlformats.org/officeDocument/2006/relationships/slideLayout" Target="../slideLayouts/slideLayout90.xml"/><Relationship Id="rId42" Type="http://schemas.openxmlformats.org/officeDocument/2006/relationships/slideLayout" Target="../slideLayouts/slideLayout98.xml"/><Relationship Id="rId47" Type="http://schemas.openxmlformats.org/officeDocument/2006/relationships/theme" Target="../theme/theme3.xml"/><Relationship Id="rId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29" Type="http://schemas.openxmlformats.org/officeDocument/2006/relationships/slideLayout" Target="../slideLayouts/slideLayout85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24" Type="http://schemas.openxmlformats.org/officeDocument/2006/relationships/slideLayout" Target="../slideLayouts/slideLayout80.xml"/><Relationship Id="rId32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93.xml"/><Relationship Id="rId40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101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23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4.xml"/><Relationship Id="rId36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87.xml"/><Relationship Id="rId44" Type="http://schemas.openxmlformats.org/officeDocument/2006/relationships/slideLayout" Target="../slideLayouts/slideLayout100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83.xml"/><Relationship Id="rId30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91.xml"/><Relationship Id="rId43" Type="http://schemas.openxmlformats.org/officeDocument/2006/relationships/slideLayout" Target="../slideLayouts/slideLayout99.xml"/><Relationship Id="rId8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5" Type="http://schemas.openxmlformats.org/officeDocument/2006/relationships/slideLayout" Target="../slideLayouts/slideLayout81.xml"/><Relationship Id="rId33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4.xml"/><Relationship Id="rId46" Type="http://schemas.openxmlformats.org/officeDocument/2006/relationships/slideLayout" Target="../slideLayouts/slideLayout102.xml"/><Relationship Id="rId20" Type="http://schemas.openxmlformats.org/officeDocument/2006/relationships/slideLayout" Target="../slideLayouts/slideLayout76.xml"/><Relationship Id="rId41" Type="http://schemas.openxmlformats.org/officeDocument/2006/relationships/slideLayout" Target="../slideLayouts/slideLayout9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xmlns:a14="http://schemas.microsoft.com/office/drawing/2010/main" xmlns:m="http://schemas.openxmlformats.org/officeDocument/2006/math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4410" y="448229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405" y="1104065"/>
            <a:ext cx="8447995" cy="5305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368011" y="1913659"/>
            <a:ext cx="6096000" cy="3862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Specialized Java and Modernization Expertise</a:t>
            </a:r>
            <a:endParaRPr lang="en-US" dirty="0"/>
          </a:p>
          <a:p>
            <a:endParaRPr lang="en-US" dirty="0"/>
          </a:p>
          <a:p>
            <a:r>
              <a:rPr b="1"/>
              <a:t>This project required deep understanding of:</a:t>
            </a:r>
          </a:p>
          <a:p>
            <a:r>
              <a:rPr b="1"/>
              <a:t>Modern Java syntax: Records (JEP 395), Sealed Types (JEP 409), Pattern Matching (JEP 441), Virtual Threads (JEP 444)</a:t>
            </a:r>
          </a:p>
          <a:p>
            <a:r>
              <a:rPr b="1"/>
              <a:t>Maven build lifecycle (pom.xml, dependency management, compiler plugins)</a:t>
            </a:r>
          </a:p>
          <a:p>
            <a:r>
              <a:rPr b="1"/>
              <a:t>Enterprise Java patterns (Swing UI, layered MVC, in-memory repositories, exception hierarchies)</a:t>
            </a:r>
          </a:p>
          <a:p>
            <a:endParaRPr b="1"/>
          </a:p>
          <a:p>
            <a:endParaRPr b="1"/>
          </a:p>
          <a:p>
            <a:r>
              <a:rPr b="1"/>
              <a:t>Native IBM Product Understanding</a:t>
            </a:r>
          </a:p>
          <a:p>
            <a:r>
              <a:rPr b="1"/>
              <a:t>- Specialized /java-modernization mode trained for Java 8 → Java 21 migration</a:t>
            </a:r>
          </a:p>
          <a:p>
            <a:r>
              <a:rPr b="1"/>
              <a:t>- IBM Cloud and Code Engine deployment patterns and best practices</a:t>
            </a:r>
          </a:p>
          <a:p>
            <a:r>
              <a:rPr b="1"/>
              <a:t>- Integration with the IBM watsonx Orchestrate ecosystem</a:t>
            </a:r>
          </a:p>
          <a:p>
            <a:r>
              <a:rPr b="1"/>
              <a:t>- Understanding of IBM's enterprise Java tooling (Open Liberty, Semeru)</a:t>
            </a:r>
          </a:p>
          <a:p>
            <a:r>
              <a:rPr b="1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235</Words>
  <Application>Microsoft Macintosh PowerPoint</Application>
  <PresentationFormat>Widescreen</PresentationFormat>
  <Paragraphs>51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44</cp:revision>
  <dcterms:created xsi:type="dcterms:W3CDTF">2024-12-04T16:03:20Z</dcterms:created>
  <dcterms:modified xsi:type="dcterms:W3CDTF">2026-05-20T08:11:03Z</dcterms:modified>
</cp:coreProperties>
</file>