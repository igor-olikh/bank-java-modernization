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60" r:id="rId2"/>
    <p:sldMasterId id="2147483779" r:id="rId3"/>
  </p:sldMasterIdLst>
  <p:notesMasterIdLst>
    <p:notesMasterId r:id="rId11"/>
  </p:notesMasterIdLst>
  <p:sldIdLst>
    <p:sldId id="2147483229" r:id="rId4"/>
    <p:sldId id="2147482978" r:id="rId5"/>
    <p:sldId id="2147483255" r:id="rId6"/>
    <p:sldId id="2147483256" r:id="rId7"/>
    <p:sldId id="2147483259" r:id="rId8"/>
    <p:sldId id="2147483258" r:id="rId9"/>
    <p:sldId id="214746919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32FF"/>
    <a:srgbClr val="FFEB80"/>
    <a:srgbClr val="CDFBE1"/>
    <a:srgbClr val="9CDBFE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083"/>
    <p:restoredTop sz="94647"/>
  </p:normalViewPr>
  <p:slideViewPr>
    <p:cSldViewPr snapToGrid="0">
      <p:cViewPr varScale="1">
        <p:scale>
          <a:sx n="151" d="100"/>
          <a:sy n="151" d="100"/>
        </p:scale>
        <p:origin x="504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15" Type="http://schemas.openxmlformats.org/officeDocument/2006/relationships/tableStyles" Target="tableStyle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or Olikh" userId="1328ee0d-9399-4cbc-ab56-cda090069563" providerId="ADAL" clId="{8D3AC5F2-1B54-5E98-A848-B74F637A4C2C}"/>
    <pc:docChg chg="custSel modSld delMainMaster modMainMaster">
      <pc:chgData name="Igor Olikh" userId="1328ee0d-9399-4cbc-ab56-cda090069563" providerId="ADAL" clId="{8D3AC5F2-1B54-5E98-A848-B74F637A4C2C}" dt="2026-05-19T14:13:57.125" v="11"/>
      <pc:docMkLst>
        <pc:docMk/>
      </pc:docMkLst>
      <pc:sldChg chg="modSp mod">
        <pc:chgData name="Igor Olikh" userId="1328ee0d-9399-4cbc-ab56-cda090069563" providerId="ADAL" clId="{8D3AC5F2-1B54-5E98-A848-B74F637A4C2C}" dt="2026-05-19T14:13:54.908" v="8" actId="20577"/>
        <pc:sldMkLst>
          <pc:docMk/>
          <pc:sldMk cId="388193072" sldId="2147483229"/>
        </pc:sldMkLst>
        <pc:spChg chg="mod">
          <ac:chgData name="Igor Olikh" userId="1328ee0d-9399-4cbc-ab56-cda090069563" providerId="ADAL" clId="{8D3AC5F2-1B54-5E98-A848-B74F637A4C2C}" dt="2026-05-19T14:13:54.908" v="8" actId="20577"/>
          <ac:spMkLst>
            <pc:docMk/>
            <pc:sldMk cId="388193072" sldId="2147483229"/>
            <ac:spMk id="2" creationId="{927ED050-65B7-21B8-F2DA-6E61BDE1E4C6}"/>
          </ac:spMkLst>
        </pc:spChg>
      </pc:sldChg>
      <pc:sldMasterChg chg="modSldLayout sldLayoutOrd">
        <pc:chgData name="Igor Olikh" userId="1328ee0d-9399-4cbc-ab56-cda090069563" providerId="ADAL" clId="{8D3AC5F2-1B54-5E98-A848-B74F637A4C2C}" dt="2026-05-19T14:13:57.044" v="10"/>
        <pc:sldMasterMkLst>
          <pc:docMk/>
          <pc:sldMasterMk cId="1764048961" sldId="2147483648"/>
        </pc:sldMasterMkLst>
        <pc:sldLayoutChg chg="modSp mod ord">
          <pc:chgData name="Igor Olikh" userId="1328ee0d-9399-4cbc-ab56-cda090069563" providerId="ADAL" clId="{8D3AC5F2-1B54-5E98-A848-B74F637A4C2C}" dt="2026-05-19T14:13:57.044" v="10"/>
          <pc:sldLayoutMkLst>
            <pc:docMk/>
            <pc:sldMasterMk cId="1764048961" sldId="2147483648"/>
            <pc:sldLayoutMk cId="2121474734" sldId="2147483859"/>
          </pc:sldLayoutMkLst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2121474734" sldId="2147483859"/>
              <ac:spMk id="2" creationId="{3301624C-6457-D753-E522-B70AFE53D55E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2121474734" sldId="2147483859"/>
              <ac:spMk id="3" creationId="{A579D50C-2703-5360-6A8B-31FF6834EBB7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2121474734" sldId="2147483859"/>
              <ac:spMk id="4" creationId="{BA17D93D-8F76-6B4D-98F5-B56527389AF9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2121474734" sldId="2147483859"/>
              <ac:spMk id="5" creationId="{68997766-616C-18DA-247B-6A380728816D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2121474734" sldId="2147483859"/>
              <ac:spMk id="6" creationId="{9AC3E1A8-00B6-62B0-328C-06350819C333}"/>
            </ac:spMkLst>
          </pc:spChg>
        </pc:sldLayoutChg>
        <pc:sldLayoutChg chg="modSp mod ord">
          <pc:chgData name="Igor Olikh" userId="1328ee0d-9399-4cbc-ab56-cda090069563" providerId="ADAL" clId="{8D3AC5F2-1B54-5E98-A848-B74F637A4C2C}" dt="2026-05-19T14:13:57.044" v="10"/>
          <pc:sldLayoutMkLst>
            <pc:docMk/>
            <pc:sldMasterMk cId="1764048961" sldId="2147483648"/>
            <pc:sldLayoutMk cId="2265629727" sldId="2147483860"/>
          </pc:sldLayoutMkLst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2265629727" sldId="2147483860"/>
              <ac:spMk id="2" creationId="{1C60B049-EE5A-2F51-AFC0-38FD497E8CDE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2265629727" sldId="2147483860"/>
              <ac:spMk id="3" creationId="{9A09F150-AEDA-C90F-8B32-A30557AE4BD6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2265629727" sldId="2147483860"/>
              <ac:spMk id="4" creationId="{A07E5CB4-7C5E-1027-0A71-D38FFEAAB8A5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2265629727" sldId="2147483860"/>
              <ac:spMk id="5" creationId="{C8573705-D387-5C50-72CD-70E51BA740F1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2265629727" sldId="2147483860"/>
              <ac:spMk id="6" creationId="{AA546090-32FE-CE0F-764C-907EF2F51A90}"/>
            </ac:spMkLst>
          </pc:spChg>
        </pc:sldLayoutChg>
        <pc:sldLayoutChg chg="modSp mod ord">
          <pc:chgData name="Igor Olikh" userId="1328ee0d-9399-4cbc-ab56-cda090069563" providerId="ADAL" clId="{8D3AC5F2-1B54-5E98-A848-B74F637A4C2C}" dt="2026-05-19T14:13:57.044" v="10"/>
          <pc:sldLayoutMkLst>
            <pc:docMk/>
            <pc:sldMasterMk cId="1764048961" sldId="2147483648"/>
            <pc:sldLayoutMk cId="1506943589" sldId="2147483861"/>
          </pc:sldLayoutMkLst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1506943589" sldId="2147483861"/>
              <ac:spMk id="2" creationId="{CE56A526-2629-CD0F-8A42-0FDA5B46C981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1506943589" sldId="2147483861"/>
              <ac:spMk id="3" creationId="{B16F0AB7-DF9A-DBB6-D798-366A8B04D5D5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1506943589" sldId="2147483861"/>
              <ac:spMk id="4" creationId="{EDD49DD5-124D-D0A7-42BA-374BCE69BB30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1506943589" sldId="2147483861"/>
              <ac:spMk id="5" creationId="{1F03591F-09E3-913D-F697-D057CA7CB15E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1506943589" sldId="2147483861"/>
              <ac:spMk id="6" creationId="{122127A5-AEEA-EDEC-DBFE-59776BC4B34D}"/>
            </ac:spMkLst>
          </pc:spChg>
        </pc:sldLayoutChg>
        <pc:sldLayoutChg chg="modSp mod ord">
          <pc:chgData name="Igor Olikh" userId="1328ee0d-9399-4cbc-ab56-cda090069563" providerId="ADAL" clId="{8D3AC5F2-1B54-5E98-A848-B74F637A4C2C}" dt="2026-05-19T14:13:57.044" v="10"/>
          <pc:sldLayoutMkLst>
            <pc:docMk/>
            <pc:sldMasterMk cId="1764048961" sldId="2147483648"/>
            <pc:sldLayoutMk cId="74040020" sldId="2147483862"/>
          </pc:sldLayoutMkLst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74040020" sldId="2147483862"/>
              <ac:spMk id="2" creationId="{41985CF9-333B-BA7D-8898-62ED9B444FEC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74040020" sldId="2147483862"/>
              <ac:spMk id="3" creationId="{BA020C7D-15D1-C51A-CD14-0AED2EFC14DC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74040020" sldId="2147483862"/>
              <ac:spMk id="4" creationId="{9F407E84-8FB6-0EFC-BFE7-4BF79B803463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74040020" sldId="2147483862"/>
              <ac:spMk id="5" creationId="{C9171EC4-2084-4BE9-727D-A36AD240BB1E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74040020" sldId="2147483862"/>
              <ac:spMk id="6" creationId="{08F6C7D4-9A0A-9B01-4E22-58FDFE27C698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74040020" sldId="2147483862"/>
              <ac:spMk id="7" creationId="{17552D24-AACF-95F0-9BE8-098DB8D4A667}"/>
            </ac:spMkLst>
          </pc:spChg>
        </pc:sldLayoutChg>
        <pc:sldLayoutChg chg="modSp mod ord">
          <pc:chgData name="Igor Olikh" userId="1328ee0d-9399-4cbc-ab56-cda090069563" providerId="ADAL" clId="{8D3AC5F2-1B54-5E98-A848-B74F637A4C2C}" dt="2026-05-19T14:13:57.044" v="10"/>
          <pc:sldLayoutMkLst>
            <pc:docMk/>
            <pc:sldMasterMk cId="1764048961" sldId="2147483648"/>
            <pc:sldLayoutMk cId="3312407687" sldId="2147483863"/>
          </pc:sldLayoutMkLst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3312407687" sldId="2147483863"/>
              <ac:spMk id="2" creationId="{EE042993-934F-9C4F-8B87-D892735E6346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3312407687" sldId="2147483863"/>
              <ac:spMk id="3" creationId="{4844243E-3330-BD3E-0A7B-3BA6DA37E48F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3312407687" sldId="2147483863"/>
              <ac:spMk id="4" creationId="{B737D569-98A8-E0E0-58E0-FFDCC057BC08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3312407687" sldId="2147483863"/>
              <ac:spMk id="5" creationId="{3CF556F7-59DF-44FA-3E1B-4634EABA30C2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3312407687" sldId="2147483863"/>
              <ac:spMk id="6" creationId="{E3E2D3E2-FC33-E64C-BDB1-B1683D49EB47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3312407687" sldId="2147483863"/>
              <ac:spMk id="7" creationId="{D326C14A-4653-C4DB-ECC6-6F40A4B1DDB9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3312407687" sldId="2147483863"/>
              <ac:spMk id="8" creationId="{F70CD931-BE2D-8655-AE08-9C0E6E5CEF39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3312407687" sldId="2147483863"/>
              <ac:spMk id="9" creationId="{5692E9A7-BD0F-9037-2FF4-B1DFF4C75729}"/>
            </ac:spMkLst>
          </pc:spChg>
        </pc:sldLayoutChg>
        <pc:sldLayoutChg chg="modSp mod ord">
          <pc:chgData name="Igor Olikh" userId="1328ee0d-9399-4cbc-ab56-cda090069563" providerId="ADAL" clId="{8D3AC5F2-1B54-5E98-A848-B74F637A4C2C}" dt="2026-05-19T14:13:57.044" v="10"/>
          <pc:sldLayoutMkLst>
            <pc:docMk/>
            <pc:sldMasterMk cId="1764048961" sldId="2147483648"/>
            <pc:sldLayoutMk cId="3852234379" sldId="2147483864"/>
          </pc:sldLayoutMkLst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3852234379" sldId="2147483864"/>
              <ac:spMk id="2" creationId="{F777AC67-C819-B705-B70A-ED5815C83664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3852234379" sldId="2147483864"/>
              <ac:spMk id="3" creationId="{5763B814-3CE6-274E-4BE5-B0DEA77DA4A0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3852234379" sldId="2147483864"/>
              <ac:spMk id="4" creationId="{60193C12-860A-37DD-2781-DB5D9CE3C399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3852234379" sldId="2147483864"/>
              <ac:spMk id="5" creationId="{10F95E1B-B25D-0969-DB23-140DA26C43E5}"/>
            </ac:spMkLst>
          </pc:spChg>
        </pc:sldLayoutChg>
        <pc:sldLayoutChg chg="modSp mod ord">
          <pc:chgData name="Igor Olikh" userId="1328ee0d-9399-4cbc-ab56-cda090069563" providerId="ADAL" clId="{8D3AC5F2-1B54-5E98-A848-B74F637A4C2C}" dt="2026-05-19T14:13:57.044" v="10"/>
          <pc:sldLayoutMkLst>
            <pc:docMk/>
            <pc:sldMasterMk cId="1764048961" sldId="2147483648"/>
            <pc:sldLayoutMk cId="2944758096" sldId="2147483865"/>
          </pc:sldLayoutMkLst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2944758096" sldId="2147483865"/>
              <ac:spMk id="2" creationId="{47DC8AFA-9295-E312-2BE4-E30FEA2E5D95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2944758096" sldId="2147483865"/>
              <ac:spMk id="3" creationId="{6BE40F0B-A24A-96F0-8CEB-214973110A68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2944758096" sldId="2147483865"/>
              <ac:spMk id="4" creationId="{5603EAB7-D2E2-664F-511D-C12A627B5D7D}"/>
            </ac:spMkLst>
          </pc:spChg>
        </pc:sldLayoutChg>
        <pc:sldLayoutChg chg="modSp mod ord">
          <pc:chgData name="Igor Olikh" userId="1328ee0d-9399-4cbc-ab56-cda090069563" providerId="ADAL" clId="{8D3AC5F2-1B54-5E98-A848-B74F637A4C2C}" dt="2026-05-19T14:13:57.044" v="10"/>
          <pc:sldLayoutMkLst>
            <pc:docMk/>
            <pc:sldMasterMk cId="1764048961" sldId="2147483648"/>
            <pc:sldLayoutMk cId="3523989050" sldId="2147483866"/>
          </pc:sldLayoutMkLst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3523989050" sldId="2147483866"/>
              <ac:spMk id="2" creationId="{706B7686-2A46-EF7E-FB3C-4448AD1E9478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3523989050" sldId="2147483866"/>
              <ac:spMk id="3" creationId="{F65C8059-4DAE-FFB3-17DA-F3A788BB8CC5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3523989050" sldId="2147483866"/>
              <ac:spMk id="4" creationId="{5BA30CE9-231B-6E26-FB30-4AEC4D359179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3523989050" sldId="2147483866"/>
              <ac:spMk id="5" creationId="{3CC2F146-E74E-0BA6-5E7C-E65EBB0A3F0A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3523989050" sldId="2147483866"/>
              <ac:spMk id="6" creationId="{63A54993-E6B8-7B71-D520-91A593100E2C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3523989050" sldId="2147483866"/>
              <ac:spMk id="7" creationId="{35F987E4-0322-4489-DF0A-8626AE4CAAD4}"/>
            </ac:spMkLst>
          </pc:spChg>
        </pc:sldLayoutChg>
        <pc:sldLayoutChg chg="modSp mod ord">
          <pc:chgData name="Igor Olikh" userId="1328ee0d-9399-4cbc-ab56-cda090069563" providerId="ADAL" clId="{8D3AC5F2-1B54-5E98-A848-B74F637A4C2C}" dt="2026-05-19T14:13:57.044" v="10"/>
          <pc:sldLayoutMkLst>
            <pc:docMk/>
            <pc:sldMasterMk cId="1764048961" sldId="2147483648"/>
            <pc:sldLayoutMk cId="1659337868" sldId="2147483867"/>
          </pc:sldLayoutMkLst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1659337868" sldId="2147483867"/>
              <ac:spMk id="2" creationId="{2D049A60-463B-C6EA-363E-D84B62DBFFF3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1659337868" sldId="2147483867"/>
              <ac:spMk id="3" creationId="{765BF493-C59B-44E4-5F35-67E7454232F8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1659337868" sldId="2147483867"/>
              <ac:spMk id="4" creationId="{D4BD8220-759E-5B23-A0BC-99EDC49C9BAD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1659337868" sldId="2147483867"/>
              <ac:spMk id="5" creationId="{05F95E18-46C7-BAB3-2132-9EA174BF585A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1659337868" sldId="2147483867"/>
              <ac:spMk id="6" creationId="{A3B4F05D-D474-0619-3217-E679589EE3EE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1659337868" sldId="2147483867"/>
              <ac:spMk id="7" creationId="{A3802B93-3141-6A51-CD97-B1BF39BC9062}"/>
            </ac:spMkLst>
          </pc:spChg>
        </pc:sldLayoutChg>
        <pc:sldLayoutChg chg="modSp mod ord">
          <pc:chgData name="Igor Olikh" userId="1328ee0d-9399-4cbc-ab56-cda090069563" providerId="ADAL" clId="{8D3AC5F2-1B54-5E98-A848-B74F637A4C2C}" dt="2026-05-19T14:13:57.044" v="10"/>
          <pc:sldLayoutMkLst>
            <pc:docMk/>
            <pc:sldMasterMk cId="1764048961" sldId="2147483648"/>
            <pc:sldLayoutMk cId="3041198102" sldId="2147483868"/>
          </pc:sldLayoutMkLst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3041198102" sldId="2147483868"/>
              <ac:spMk id="2" creationId="{2236042C-AE49-97E1-CB4B-CBDF3CA545AC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3041198102" sldId="2147483868"/>
              <ac:spMk id="3" creationId="{5A1A801D-D1F3-3494-A79B-17544F14DE1C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3041198102" sldId="2147483868"/>
              <ac:spMk id="4" creationId="{F71FE7E8-8262-7140-43D9-66E2DB6A7F4A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3041198102" sldId="2147483868"/>
              <ac:spMk id="5" creationId="{EAA1275E-DE36-3AA9-54D5-C71BF90C75F2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3041198102" sldId="2147483868"/>
              <ac:spMk id="6" creationId="{12DC6B69-A203-50B6-0EEE-B7D5647FB0E3}"/>
            </ac:spMkLst>
          </pc:spChg>
        </pc:sldLayoutChg>
        <pc:sldLayoutChg chg="modSp mod ord">
          <pc:chgData name="Igor Olikh" userId="1328ee0d-9399-4cbc-ab56-cda090069563" providerId="ADAL" clId="{8D3AC5F2-1B54-5E98-A848-B74F637A4C2C}" dt="2026-05-19T14:13:57.044" v="10"/>
          <pc:sldLayoutMkLst>
            <pc:docMk/>
            <pc:sldMasterMk cId="1764048961" sldId="2147483648"/>
            <pc:sldLayoutMk cId="629989022" sldId="2147483869"/>
          </pc:sldLayoutMkLst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629989022" sldId="2147483869"/>
              <ac:spMk id="2" creationId="{CB6B0397-6F93-2546-1F59-D68B1581AF23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629989022" sldId="2147483869"/>
              <ac:spMk id="3" creationId="{EA4188D6-D1B3-189C-B480-EAB26851438F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629989022" sldId="2147483869"/>
              <ac:spMk id="4" creationId="{BBF00A93-1392-37EC-E5E0-86CC080EB365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629989022" sldId="2147483869"/>
              <ac:spMk id="5" creationId="{52FD2148-F34C-D7B7-8A6D-3AA504376CA8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629989022" sldId="2147483869"/>
              <ac:spMk id="6" creationId="{0537B397-7BC4-5B94-5AB5-691CB78BE501}"/>
            </ac:spMkLst>
          </pc:spChg>
        </pc:sldLayoutChg>
        <pc:sldLayoutChg chg="mod ord">
          <pc:chgData name="Igor Olikh" userId="1328ee0d-9399-4cbc-ab56-cda090069563" providerId="ADAL" clId="{8D3AC5F2-1B54-5E98-A848-B74F637A4C2C}" dt="2026-05-19T14:13:57.044" v="10"/>
          <pc:sldLayoutMkLst>
            <pc:docMk/>
            <pc:sldMasterMk cId="1764048961" sldId="2147483648"/>
            <pc:sldLayoutMk cId="1752460743" sldId="2147483870"/>
          </pc:sldLayoutMkLst>
        </pc:sldLayoutChg>
        <pc:sldLayoutChg chg="modSp mod ord">
          <pc:chgData name="Igor Olikh" userId="1328ee0d-9399-4cbc-ab56-cda090069563" providerId="ADAL" clId="{8D3AC5F2-1B54-5E98-A848-B74F637A4C2C}" dt="2026-05-19T14:13:57.044" v="10"/>
          <pc:sldLayoutMkLst>
            <pc:docMk/>
            <pc:sldMasterMk cId="1764048961" sldId="2147483648"/>
            <pc:sldLayoutMk cId="1244926224" sldId="2147483871"/>
          </pc:sldLayoutMkLst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1244926224" sldId="2147483871"/>
              <ac:spMk id="2" creationId="{B1DD740D-848C-40A7-AB96-E7B74E0A800D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1244926224" sldId="2147483871"/>
              <ac:spMk id="4" creationId="{CAD46B95-CF19-9C3F-1691-68ABF62095BE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1244926224" sldId="2147483871"/>
              <ac:spMk id="6" creationId="{D8351E8F-C586-866F-37A3-340B3DD347B2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1244926224" sldId="2147483871"/>
              <ac:spMk id="7" creationId="{E29EF9E2-1551-8357-22BD-8C43EF5EBE34}"/>
            </ac:spMkLst>
          </pc:spChg>
        </pc:sldLayoutChg>
        <pc:sldLayoutChg chg="modSp mod ord">
          <pc:chgData name="Igor Olikh" userId="1328ee0d-9399-4cbc-ab56-cda090069563" providerId="ADAL" clId="{8D3AC5F2-1B54-5E98-A848-B74F637A4C2C}" dt="2026-05-19T14:13:57.044" v="10"/>
          <pc:sldLayoutMkLst>
            <pc:docMk/>
            <pc:sldMasterMk cId="1764048961" sldId="2147483648"/>
            <pc:sldLayoutMk cId="1545820645" sldId="2147483872"/>
          </pc:sldLayoutMkLst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1545820645" sldId="2147483872"/>
              <ac:spMk id="2" creationId="{B1DD740D-848C-40A7-AB96-E7B74E0A800D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1545820645" sldId="2147483872"/>
              <ac:spMk id="4" creationId="{BA03B922-FA59-5165-48BF-0B57DFD66348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1545820645" sldId="2147483872"/>
              <ac:spMk id="5" creationId="{5C3B405E-94D1-4A09-C6BF-A66D9CBEF63D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1545820645" sldId="2147483872"/>
              <ac:spMk id="6" creationId="{9792CE3F-FA6A-2FE0-0146-4BFD45CF296A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1545820645" sldId="2147483872"/>
              <ac:spMk id="7" creationId="{F9E6C7C8-F097-FDD3-FF97-3FC4133BC68D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1764048961" sldId="2147483648"/>
              <pc:sldLayoutMk cId="1545820645" sldId="2147483872"/>
              <ac:spMk id="9" creationId="{1E0B684B-61D6-CF9E-57FC-892D7CEE8D1D}"/>
            </ac:spMkLst>
          </pc:spChg>
        </pc:sldLayoutChg>
      </pc:sldMasterChg>
      <pc:sldMasterChg chg="delSldLayout modSldLayout sldLayoutOrd">
        <pc:chgData name="Igor Olikh" userId="1328ee0d-9399-4cbc-ab56-cda090069563" providerId="ADAL" clId="{8D3AC5F2-1B54-5E98-A848-B74F637A4C2C}" dt="2026-05-19T14:13:57.125" v="11"/>
        <pc:sldMasterMkLst>
          <pc:docMk/>
          <pc:sldMasterMk cId="398443983" sldId="2147483660"/>
        </pc:sldMasterMkLst>
        <pc:sldLayoutChg chg="modSp del mod ord">
          <pc:chgData name="Igor Olikh" userId="1328ee0d-9399-4cbc-ab56-cda090069563" providerId="ADAL" clId="{8D3AC5F2-1B54-5E98-A848-B74F637A4C2C}" dt="2026-05-19T14:13:57.125" v="11"/>
          <pc:sldLayoutMkLst>
            <pc:docMk/>
            <pc:sldMasterMk cId="398443983" sldId="2147483660"/>
            <pc:sldLayoutMk cId="2001351836" sldId="2147483827"/>
          </pc:sldLayoutMkLst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2001351836" sldId="2147483827"/>
              <ac:spMk id="2" creationId="{20B36957-63E4-1587-AB6D-C18AE4E04D8D}"/>
            </ac:spMkLst>
          </pc:spChg>
        </pc:sldLayoutChg>
        <pc:sldLayoutChg chg="modSp del mod ord">
          <pc:chgData name="Igor Olikh" userId="1328ee0d-9399-4cbc-ab56-cda090069563" providerId="ADAL" clId="{8D3AC5F2-1B54-5E98-A848-B74F637A4C2C}" dt="2026-05-19T14:13:57.125" v="11"/>
          <pc:sldLayoutMkLst>
            <pc:docMk/>
            <pc:sldMasterMk cId="398443983" sldId="2147483660"/>
            <pc:sldLayoutMk cId="2127352401" sldId="2147483828"/>
          </pc:sldLayoutMkLst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2127352401" sldId="2147483828"/>
              <ac:spMk id="2" creationId="{20B36957-63E4-1587-AB6D-C18AE4E04D8D}"/>
            </ac:spMkLst>
          </pc:spChg>
        </pc:sldLayoutChg>
        <pc:sldLayoutChg chg="modSp del mod ord">
          <pc:chgData name="Igor Olikh" userId="1328ee0d-9399-4cbc-ab56-cda090069563" providerId="ADAL" clId="{8D3AC5F2-1B54-5E98-A848-B74F637A4C2C}" dt="2026-05-19T14:13:57.125" v="11"/>
          <pc:sldLayoutMkLst>
            <pc:docMk/>
            <pc:sldMasterMk cId="398443983" sldId="2147483660"/>
            <pc:sldLayoutMk cId="3228262242" sldId="2147483829"/>
          </pc:sldLayoutMkLst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228262242" sldId="2147483829"/>
              <ac:spMk id="2" creationId="{B1DD740D-848C-40A7-AB96-E7B74E0A800D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228262242" sldId="2147483829"/>
              <ac:spMk id="4" creationId="{CAD46B95-CF19-9C3F-1691-68ABF62095BE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228262242" sldId="2147483829"/>
              <ac:spMk id="6" creationId="{D8351E8F-C586-866F-37A3-340B3DD347B2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228262242" sldId="2147483829"/>
              <ac:spMk id="7" creationId="{E29EF9E2-1551-8357-22BD-8C43EF5EBE34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228262242" sldId="2147483829"/>
              <ac:spMk id="11" creationId="{25AC35E8-8E61-31F9-B72E-66EF0FE5AD81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228262242" sldId="2147483829"/>
              <ac:spMk id="15" creationId="{4E9B5CDC-6DE8-1674-D92B-37E13B02AB06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228262242" sldId="2147483829"/>
              <ac:spMk id="16" creationId="{58E6433E-1F9B-D5D7-C3BD-332CFFF00EB9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228262242" sldId="2147483829"/>
              <ac:spMk id="17" creationId="{AB65B258-0EC8-2418-5AE9-BE881E8A3635}"/>
            </ac:spMkLst>
          </pc:spChg>
        </pc:sldLayoutChg>
        <pc:sldLayoutChg chg="modSp del mod ord">
          <pc:chgData name="Igor Olikh" userId="1328ee0d-9399-4cbc-ab56-cda090069563" providerId="ADAL" clId="{8D3AC5F2-1B54-5E98-A848-B74F637A4C2C}" dt="2026-05-19T14:13:57.125" v="11"/>
          <pc:sldLayoutMkLst>
            <pc:docMk/>
            <pc:sldMasterMk cId="398443983" sldId="2147483660"/>
            <pc:sldLayoutMk cId="1026141324" sldId="2147483830"/>
          </pc:sldLayoutMkLst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026141324" sldId="2147483830"/>
              <ac:spMk id="2" creationId="{B1DD740D-848C-40A7-AB96-E7B74E0A800D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026141324" sldId="2147483830"/>
              <ac:spMk id="4" creationId="{CAD46B95-CF19-9C3F-1691-68ABF62095BE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026141324" sldId="2147483830"/>
              <ac:spMk id="6" creationId="{D8351E8F-C586-866F-37A3-340B3DD347B2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026141324" sldId="2147483830"/>
              <ac:spMk id="7" creationId="{E29EF9E2-1551-8357-22BD-8C43EF5EBE34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026141324" sldId="2147483830"/>
              <ac:spMk id="10" creationId="{9BE31BEF-4D0C-A8C2-6459-B2B189FDC752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026141324" sldId="2147483830"/>
              <ac:spMk id="11" creationId="{25AC35E8-8E61-31F9-B72E-66EF0FE5AD81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026141324" sldId="2147483830"/>
              <ac:spMk id="12" creationId="{8B14AEDC-B194-5053-25B1-99F76E3486A9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026141324" sldId="2147483830"/>
              <ac:spMk id="15" creationId="{4E9B5CDC-6DE8-1674-D92B-37E13B02AB06}"/>
            </ac:spMkLst>
          </pc:spChg>
        </pc:sldLayoutChg>
        <pc:sldLayoutChg chg="modSp del mod ord">
          <pc:chgData name="Igor Olikh" userId="1328ee0d-9399-4cbc-ab56-cda090069563" providerId="ADAL" clId="{8D3AC5F2-1B54-5E98-A848-B74F637A4C2C}" dt="2026-05-19T14:13:57.125" v="11"/>
          <pc:sldLayoutMkLst>
            <pc:docMk/>
            <pc:sldMasterMk cId="398443983" sldId="2147483660"/>
            <pc:sldLayoutMk cId="3064741407" sldId="2147483831"/>
          </pc:sldLayoutMkLst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064741407" sldId="2147483831"/>
              <ac:spMk id="2" creationId="{B1DD740D-848C-40A7-AB96-E7B74E0A800D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064741407" sldId="2147483831"/>
              <ac:spMk id="3" creationId="{BFD3993F-4B6D-26CE-1DC2-0EC0FD3E3A24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064741407" sldId="2147483831"/>
              <ac:spMk id="4" creationId="{CAD46B95-CF19-9C3F-1691-68ABF62095BE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064741407" sldId="2147483831"/>
              <ac:spMk id="6" creationId="{D8351E8F-C586-866F-37A3-340B3DD347B2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064741407" sldId="2147483831"/>
              <ac:spMk id="7" creationId="{E29EF9E2-1551-8357-22BD-8C43EF5EBE34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064741407" sldId="2147483831"/>
              <ac:spMk id="9" creationId="{EEE9A76D-7584-6CD1-F561-F9230B7FBE72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064741407" sldId="2147483831"/>
              <ac:spMk id="11" creationId="{25AC35E8-8E61-31F9-B72E-66EF0FE5AD81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064741407" sldId="2147483831"/>
              <ac:spMk id="15" creationId="{4E9B5CDC-6DE8-1674-D92B-37E13B02AB06}"/>
            </ac:spMkLst>
          </pc:spChg>
        </pc:sldLayoutChg>
        <pc:sldLayoutChg chg="modSp del mod ord">
          <pc:chgData name="Igor Olikh" userId="1328ee0d-9399-4cbc-ab56-cda090069563" providerId="ADAL" clId="{8D3AC5F2-1B54-5E98-A848-B74F637A4C2C}" dt="2026-05-19T14:13:57.125" v="11"/>
          <pc:sldLayoutMkLst>
            <pc:docMk/>
            <pc:sldMasterMk cId="398443983" sldId="2147483660"/>
            <pc:sldLayoutMk cId="3719846267" sldId="2147483832"/>
          </pc:sldLayoutMkLst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719846267" sldId="2147483832"/>
              <ac:spMk id="2" creationId="{20B36957-63E4-1587-AB6D-C18AE4E04D8D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719846267" sldId="2147483832"/>
              <ac:spMk id="3" creationId="{C5721A43-8218-CDEA-AAE4-D824792ACE26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719846267" sldId="2147483832"/>
              <ac:spMk id="4" creationId="{D5D1D2A7-CF30-5698-14FC-F71CB82D5BCC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719846267" sldId="2147483832"/>
              <ac:spMk id="5" creationId="{028AA764-A00C-AFFF-7F3F-49A733DCD474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719846267" sldId="2147483832"/>
              <ac:spMk id="7" creationId="{675443B4-0187-FC99-0FDE-8EB191B6CEF4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719846267" sldId="2147483832"/>
              <ac:spMk id="10" creationId="{5A647AD3-098B-D1AB-C8D8-463E38402F94}"/>
            </ac:spMkLst>
          </pc:spChg>
        </pc:sldLayoutChg>
        <pc:sldLayoutChg chg="modSp del mod ord">
          <pc:chgData name="Igor Olikh" userId="1328ee0d-9399-4cbc-ab56-cda090069563" providerId="ADAL" clId="{8D3AC5F2-1B54-5E98-A848-B74F637A4C2C}" dt="2026-05-19T14:13:57.125" v="11"/>
          <pc:sldLayoutMkLst>
            <pc:docMk/>
            <pc:sldMasterMk cId="398443983" sldId="2147483660"/>
            <pc:sldLayoutMk cId="2755499113" sldId="2147483833"/>
          </pc:sldLayoutMkLst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2755499113" sldId="2147483833"/>
              <ac:spMk id="2" creationId="{20B36957-63E4-1587-AB6D-C18AE4E04D8D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2755499113" sldId="2147483833"/>
              <ac:spMk id="3" creationId="{C5721A43-8218-CDEA-AAE4-D824792ACE26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2755499113" sldId="2147483833"/>
              <ac:spMk id="4" creationId="{D5D1D2A7-CF30-5698-14FC-F71CB82D5BCC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2755499113" sldId="2147483833"/>
              <ac:spMk id="5" creationId="{028AA764-A00C-AFFF-7F3F-49A733DCD474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2755499113" sldId="2147483833"/>
              <ac:spMk id="7" creationId="{675443B4-0187-FC99-0FDE-8EB191B6CEF4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2755499113" sldId="2147483833"/>
              <ac:spMk id="10" creationId="{5A647AD3-098B-D1AB-C8D8-463E38402F94}"/>
            </ac:spMkLst>
          </pc:spChg>
        </pc:sldLayoutChg>
        <pc:sldLayoutChg chg="modSp del mod ord">
          <pc:chgData name="Igor Olikh" userId="1328ee0d-9399-4cbc-ab56-cda090069563" providerId="ADAL" clId="{8D3AC5F2-1B54-5E98-A848-B74F637A4C2C}" dt="2026-05-19T14:13:57.125" v="11"/>
          <pc:sldLayoutMkLst>
            <pc:docMk/>
            <pc:sldMasterMk cId="398443983" sldId="2147483660"/>
            <pc:sldLayoutMk cId="1823741798" sldId="2147483834"/>
          </pc:sldLayoutMkLst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823741798" sldId="2147483834"/>
              <ac:spMk id="2" creationId="{20B36957-63E4-1587-AB6D-C18AE4E04D8D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823741798" sldId="2147483834"/>
              <ac:spMk id="3" creationId="{1E971D57-BD35-C331-FC74-64C89084CD0F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823741798" sldId="2147483834"/>
              <ac:spMk id="4" creationId="{A4B74093-A800-CB62-8607-A04D569204E2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823741798" sldId="2147483834"/>
              <ac:spMk id="5" creationId="{A289B0F8-E9A7-CF76-E87F-8D4302E8DA4D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823741798" sldId="2147483834"/>
              <ac:spMk id="7" creationId="{2ADB6FB0-3BCC-B810-B627-61334C284413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823741798" sldId="2147483834"/>
              <ac:spMk id="8" creationId="{20AE6E44-B920-A434-C241-6DA13C7F866A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823741798" sldId="2147483834"/>
              <ac:spMk id="9" creationId="{F111C9A8-E841-67D4-07EE-1157D795A6A9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823741798" sldId="2147483834"/>
              <ac:spMk id="10" creationId="{2305709C-145E-6782-44FE-129574BA5CFB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823741798" sldId="2147483834"/>
              <ac:spMk id="12" creationId="{3654BCB6-F17B-FF03-CD43-03BF339F63A3}"/>
            </ac:spMkLst>
          </pc:spChg>
        </pc:sldLayoutChg>
        <pc:sldLayoutChg chg="modSp del mod ord">
          <pc:chgData name="Igor Olikh" userId="1328ee0d-9399-4cbc-ab56-cda090069563" providerId="ADAL" clId="{8D3AC5F2-1B54-5E98-A848-B74F637A4C2C}" dt="2026-05-19T14:13:57.125" v="11"/>
          <pc:sldLayoutMkLst>
            <pc:docMk/>
            <pc:sldMasterMk cId="398443983" sldId="2147483660"/>
            <pc:sldLayoutMk cId="3094703008" sldId="2147483835"/>
          </pc:sldLayoutMkLst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094703008" sldId="2147483835"/>
              <ac:spMk id="2" creationId="{DF3C7EC0-4BFB-A603-5703-0D692C62692D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094703008" sldId="2147483835"/>
              <ac:spMk id="4" creationId="{76697187-0170-8894-23C9-28F80A0C3B2B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094703008" sldId="2147483835"/>
              <ac:spMk id="5" creationId="{BC591478-AD3F-2EF7-29A4-36A887DC1956}"/>
            </ac:spMkLst>
          </pc:spChg>
        </pc:sldLayoutChg>
        <pc:sldLayoutChg chg="modSp del mod ord">
          <pc:chgData name="Igor Olikh" userId="1328ee0d-9399-4cbc-ab56-cda090069563" providerId="ADAL" clId="{8D3AC5F2-1B54-5E98-A848-B74F637A4C2C}" dt="2026-05-19T14:13:57.125" v="11"/>
          <pc:sldLayoutMkLst>
            <pc:docMk/>
            <pc:sldMasterMk cId="398443983" sldId="2147483660"/>
            <pc:sldLayoutMk cId="1237064450" sldId="2147483836"/>
          </pc:sldLayoutMkLst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237064450" sldId="2147483836"/>
              <ac:spMk id="2" creationId="{B1DD740D-848C-40A7-AB96-E7B74E0A800D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237064450" sldId="2147483836"/>
              <ac:spMk id="3" creationId="{FBB77C83-5304-5E09-3590-D4337DA42A40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237064450" sldId="2147483836"/>
              <ac:spMk id="5" creationId="{1C17B282-9F6A-839A-442D-69BC9DF3749A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237064450" sldId="2147483836"/>
              <ac:spMk id="6" creationId="{E78A9E4F-B41B-2A68-ED74-D619432AAB28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237064450" sldId="2147483836"/>
              <ac:spMk id="7" creationId="{F9E6C7C8-F097-FDD3-FF97-3FC4133BC68D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237064450" sldId="2147483836"/>
              <ac:spMk id="9" creationId="{1E0B684B-61D6-CF9E-57FC-892D7CEE8D1D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237064450" sldId="2147483836"/>
              <ac:spMk id="11" creationId="{1E0D5184-93C0-B658-7967-FBC78C38A518}"/>
            </ac:spMkLst>
          </pc:spChg>
        </pc:sldLayoutChg>
        <pc:sldLayoutChg chg="modSp del mod ord">
          <pc:chgData name="Igor Olikh" userId="1328ee0d-9399-4cbc-ab56-cda090069563" providerId="ADAL" clId="{8D3AC5F2-1B54-5E98-A848-B74F637A4C2C}" dt="2026-05-19T14:13:57.125" v="11"/>
          <pc:sldLayoutMkLst>
            <pc:docMk/>
            <pc:sldMasterMk cId="398443983" sldId="2147483660"/>
            <pc:sldLayoutMk cId="234469639" sldId="2147483837"/>
          </pc:sldLayoutMkLst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234469639" sldId="2147483837"/>
              <ac:spMk id="2" creationId="{B1DD740D-848C-40A7-AB96-E7B74E0A800D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234469639" sldId="2147483837"/>
              <ac:spMk id="4" creationId="{CAD46B95-CF19-9C3F-1691-68ABF62095BE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234469639" sldId="2147483837"/>
              <ac:spMk id="6" creationId="{D8351E8F-C586-866F-37A3-340B3DD347B2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234469639" sldId="2147483837"/>
              <ac:spMk id="7" creationId="{E29EF9E2-1551-8357-22BD-8C43EF5EBE34}"/>
            </ac:spMkLst>
          </pc:spChg>
        </pc:sldLayoutChg>
        <pc:sldLayoutChg chg="modSp del mod ord">
          <pc:chgData name="Igor Olikh" userId="1328ee0d-9399-4cbc-ab56-cda090069563" providerId="ADAL" clId="{8D3AC5F2-1B54-5E98-A848-B74F637A4C2C}" dt="2026-05-19T14:13:57.125" v="11"/>
          <pc:sldLayoutMkLst>
            <pc:docMk/>
            <pc:sldMasterMk cId="398443983" sldId="2147483660"/>
            <pc:sldLayoutMk cId="2249964580" sldId="2147483838"/>
          </pc:sldLayoutMkLst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2249964580" sldId="2147483838"/>
              <ac:spMk id="2" creationId="{04A6E1A4-1881-81E9-2BBE-BC4DBFE11A0E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2249964580" sldId="2147483838"/>
              <ac:spMk id="4" creationId="{0BB717A5-5D28-36C3-250F-93E0C68721CA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2249964580" sldId="2147483838"/>
              <ac:spMk id="6" creationId="{80270476-9FE1-F85E-6F9B-322B184D8FC9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2249964580" sldId="2147483838"/>
              <ac:spMk id="7" creationId="{13FF5DC1-E283-8AC5-8620-936474303181}"/>
            </ac:spMkLst>
          </pc:spChg>
        </pc:sldLayoutChg>
        <pc:sldLayoutChg chg="modSp del mod ord">
          <pc:chgData name="Igor Olikh" userId="1328ee0d-9399-4cbc-ab56-cda090069563" providerId="ADAL" clId="{8D3AC5F2-1B54-5E98-A848-B74F637A4C2C}" dt="2026-05-19T14:13:57.125" v="11"/>
          <pc:sldLayoutMkLst>
            <pc:docMk/>
            <pc:sldMasterMk cId="398443983" sldId="2147483660"/>
            <pc:sldLayoutMk cId="2093510933" sldId="2147483839"/>
          </pc:sldLayoutMkLst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2093510933" sldId="2147483839"/>
              <ac:spMk id="2" creationId="{DF3C7EC0-4BFB-A603-5703-0D692C62692D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2093510933" sldId="2147483839"/>
              <ac:spMk id="4" creationId="{76697187-0170-8894-23C9-28F80A0C3B2B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2093510933" sldId="2147483839"/>
              <ac:spMk id="5" creationId="{BC591478-AD3F-2EF7-29A4-36A887DC1956}"/>
            </ac:spMkLst>
          </pc:spChg>
        </pc:sldLayoutChg>
        <pc:sldLayoutChg chg="modSp del mod ord">
          <pc:chgData name="Igor Olikh" userId="1328ee0d-9399-4cbc-ab56-cda090069563" providerId="ADAL" clId="{8D3AC5F2-1B54-5E98-A848-B74F637A4C2C}" dt="2026-05-19T14:13:57.125" v="11"/>
          <pc:sldLayoutMkLst>
            <pc:docMk/>
            <pc:sldMasterMk cId="398443983" sldId="2147483660"/>
            <pc:sldLayoutMk cId="1880939870" sldId="2147483840"/>
          </pc:sldLayoutMkLst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880939870" sldId="2147483840"/>
              <ac:spMk id="2" creationId="{B1DD740D-848C-40A7-AB96-E7B74E0A800D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880939870" sldId="2147483840"/>
              <ac:spMk id="3" creationId="{FBB77C83-5304-5E09-3590-D4337DA42A40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880939870" sldId="2147483840"/>
              <ac:spMk id="5" creationId="{1C17B282-9F6A-839A-442D-69BC9DF3749A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880939870" sldId="2147483840"/>
              <ac:spMk id="6" creationId="{E78A9E4F-B41B-2A68-ED74-D619432AAB28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880939870" sldId="2147483840"/>
              <ac:spMk id="7" creationId="{F9E6C7C8-F097-FDD3-FF97-3FC4133BC68D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880939870" sldId="2147483840"/>
              <ac:spMk id="9" creationId="{1E0B684B-61D6-CF9E-57FC-892D7CEE8D1D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880939870" sldId="2147483840"/>
              <ac:spMk id="11" creationId="{1E0D5184-93C0-B658-7967-FBC78C38A518}"/>
            </ac:spMkLst>
          </pc:spChg>
        </pc:sldLayoutChg>
        <pc:sldLayoutChg chg="modSp del mod ord">
          <pc:chgData name="Igor Olikh" userId="1328ee0d-9399-4cbc-ab56-cda090069563" providerId="ADAL" clId="{8D3AC5F2-1B54-5E98-A848-B74F637A4C2C}" dt="2026-05-19T14:13:57.125" v="11"/>
          <pc:sldLayoutMkLst>
            <pc:docMk/>
            <pc:sldMasterMk cId="398443983" sldId="2147483660"/>
            <pc:sldLayoutMk cId="1495613240" sldId="2147483841"/>
          </pc:sldLayoutMkLst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495613240" sldId="2147483841"/>
              <ac:spMk id="2" creationId="{B1DD740D-848C-40A7-AB96-E7B74E0A800D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495613240" sldId="2147483841"/>
              <ac:spMk id="4" creationId="{CAD46B95-CF19-9C3F-1691-68ABF62095BE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495613240" sldId="2147483841"/>
              <ac:spMk id="6" creationId="{D8351E8F-C586-866F-37A3-340B3DD347B2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495613240" sldId="2147483841"/>
              <ac:spMk id="7" creationId="{E29EF9E2-1551-8357-22BD-8C43EF5EBE34}"/>
            </ac:spMkLst>
          </pc:spChg>
        </pc:sldLayoutChg>
        <pc:sldLayoutChg chg="modSp del mod ord">
          <pc:chgData name="Igor Olikh" userId="1328ee0d-9399-4cbc-ab56-cda090069563" providerId="ADAL" clId="{8D3AC5F2-1B54-5E98-A848-B74F637A4C2C}" dt="2026-05-19T14:13:57.125" v="11"/>
          <pc:sldLayoutMkLst>
            <pc:docMk/>
            <pc:sldMasterMk cId="398443983" sldId="2147483660"/>
            <pc:sldLayoutMk cId="3729866854" sldId="2147483842"/>
          </pc:sldLayoutMkLst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729866854" sldId="2147483842"/>
              <ac:spMk id="2" creationId="{04A6E1A4-1881-81E9-2BBE-BC4DBFE11A0E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729866854" sldId="2147483842"/>
              <ac:spMk id="4" creationId="{0BB717A5-5D28-36C3-250F-93E0C68721CA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729866854" sldId="2147483842"/>
              <ac:spMk id="6" creationId="{80270476-9FE1-F85E-6F9B-322B184D8FC9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729866854" sldId="2147483842"/>
              <ac:spMk id="7" creationId="{13FF5DC1-E283-8AC5-8620-936474303181}"/>
            </ac:spMkLst>
          </pc:spChg>
        </pc:sldLayoutChg>
        <pc:sldLayoutChg chg="del mod ord">
          <pc:chgData name="Igor Olikh" userId="1328ee0d-9399-4cbc-ab56-cda090069563" providerId="ADAL" clId="{8D3AC5F2-1B54-5E98-A848-B74F637A4C2C}" dt="2026-05-19T14:13:57.125" v="11"/>
          <pc:sldLayoutMkLst>
            <pc:docMk/>
            <pc:sldMasterMk cId="398443983" sldId="2147483660"/>
            <pc:sldLayoutMk cId="474920838" sldId="2147483843"/>
          </pc:sldLayoutMkLst>
        </pc:sldLayoutChg>
        <pc:sldLayoutChg chg="modSp del mod ord">
          <pc:chgData name="Igor Olikh" userId="1328ee0d-9399-4cbc-ab56-cda090069563" providerId="ADAL" clId="{8D3AC5F2-1B54-5E98-A848-B74F637A4C2C}" dt="2026-05-19T14:13:57.125" v="11"/>
          <pc:sldLayoutMkLst>
            <pc:docMk/>
            <pc:sldMasterMk cId="398443983" sldId="2147483660"/>
            <pc:sldLayoutMk cId="3561110775" sldId="2147483844"/>
          </pc:sldLayoutMkLst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561110775" sldId="2147483844"/>
              <ac:spMk id="2" creationId="{D124353C-7670-AC55-CDA3-888971A5482E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561110775" sldId="2147483844"/>
              <ac:spMk id="4" creationId="{BAB76B22-9748-7A34-9D32-D77BB1B498E6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561110775" sldId="2147483844"/>
              <ac:spMk id="5" creationId="{238163DF-77AB-875A-C8AC-2F8AEABFB85F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561110775" sldId="2147483844"/>
              <ac:spMk id="11" creationId="{2A71C2BF-857E-B291-7D82-5920AF4A5278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561110775" sldId="2147483844"/>
              <ac:spMk id="12" creationId="{257EC586-7CBB-7AC4-C2FA-85F4BA8AA030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561110775" sldId="2147483844"/>
              <ac:spMk id="13" creationId="{A0ABD1EA-F6CD-F56B-B5E1-034EEB64D63E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561110775" sldId="2147483844"/>
              <ac:spMk id="14" creationId="{0F2DD97F-E181-3C33-32D8-844B57967D83}"/>
            </ac:spMkLst>
          </pc:spChg>
        </pc:sldLayoutChg>
        <pc:sldLayoutChg chg="modSp del mod ord">
          <pc:chgData name="Igor Olikh" userId="1328ee0d-9399-4cbc-ab56-cda090069563" providerId="ADAL" clId="{8D3AC5F2-1B54-5E98-A848-B74F637A4C2C}" dt="2026-05-19T14:13:57.125" v="11"/>
          <pc:sldLayoutMkLst>
            <pc:docMk/>
            <pc:sldMasterMk cId="398443983" sldId="2147483660"/>
            <pc:sldLayoutMk cId="3392273541" sldId="2147483845"/>
          </pc:sldLayoutMkLst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392273541" sldId="2147483845"/>
              <ac:spMk id="3" creationId="{A09B7079-DD98-3EE7-22A9-48AABC5BC1D4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392273541" sldId="2147483845"/>
              <ac:spMk id="4" creationId="{CAD46B95-CF19-9C3F-1691-68ABF62095BE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392273541" sldId="2147483845"/>
              <ac:spMk id="6" creationId="{D8351E8F-C586-866F-37A3-340B3DD347B2}"/>
            </ac:spMkLst>
          </pc:spChg>
        </pc:sldLayoutChg>
        <pc:sldLayoutChg chg="modSp mod ord">
          <pc:chgData name="Igor Olikh" userId="1328ee0d-9399-4cbc-ab56-cda090069563" providerId="ADAL" clId="{8D3AC5F2-1B54-5E98-A848-B74F637A4C2C}" dt="2026-05-19T14:13:57.044" v="10"/>
          <pc:sldLayoutMkLst>
            <pc:docMk/>
            <pc:sldMasterMk cId="398443983" sldId="2147483660"/>
            <pc:sldLayoutMk cId="3257411389" sldId="2147483846"/>
          </pc:sldLayoutMkLst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257411389" sldId="2147483846"/>
              <ac:spMk id="2" creationId="{13734332-B5B5-4358-3C72-8B35F374A887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257411389" sldId="2147483846"/>
              <ac:spMk id="4" creationId="{ACE782CF-665F-3C56-698C-16112EB19B2F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257411389" sldId="2147483846"/>
              <ac:spMk id="5" creationId="{A59C4772-2960-241E-274D-18A4B5568DAB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257411389" sldId="2147483846"/>
              <ac:spMk id="6" creationId="{D2A45AB7-102C-FBDF-94FD-99783B6A5A18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257411389" sldId="2147483846"/>
              <ac:spMk id="10" creationId="{627CF39F-F0FC-7815-2582-A13E0599BC21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257411389" sldId="2147483846"/>
              <ac:spMk id="11" creationId="{68C92137-8AC3-46D8-C9A2-F6F058938BEF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257411389" sldId="2147483846"/>
              <ac:spMk id="12" creationId="{AC380211-AA5F-2F8D-309F-DC766DF1EF52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257411389" sldId="2147483846"/>
              <ac:spMk id="14" creationId="{637C5D5A-A533-DB2D-8BBE-C9DAA013CA01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257411389" sldId="2147483846"/>
              <ac:spMk id="15" creationId="{81413BEF-DDD1-548F-409B-224DE030B67E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3257411389" sldId="2147483846"/>
              <ac:spMk id="16" creationId="{B37C3DBB-1177-5FC6-7F7F-E6C5931C9620}"/>
            </ac:spMkLst>
          </pc:spChg>
        </pc:sldLayoutChg>
        <pc:sldLayoutChg chg="modSp del mod ord">
          <pc:chgData name="Igor Olikh" userId="1328ee0d-9399-4cbc-ab56-cda090069563" providerId="ADAL" clId="{8D3AC5F2-1B54-5E98-A848-B74F637A4C2C}" dt="2026-05-19T14:13:57.125" v="11"/>
          <pc:sldLayoutMkLst>
            <pc:docMk/>
            <pc:sldMasterMk cId="398443983" sldId="2147483660"/>
            <pc:sldLayoutMk cId="1974545180" sldId="2147483848"/>
          </pc:sldLayoutMkLst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974545180" sldId="2147483848"/>
              <ac:spMk id="2" creationId="{20B36957-63E4-1587-AB6D-C18AE4E04D8D}"/>
            </ac:spMkLst>
          </pc:spChg>
        </pc:sldLayoutChg>
        <pc:sldLayoutChg chg="modSp del mod ord">
          <pc:chgData name="Igor Olikh" userId="1328ee0d-9399-4cbc-ab56-cda090069563" providerId="ADAL" clId="{8D3AC5F2-1B54-5E98-A848-B74F637A4C2C}" dt="2026-05-19T14:13:57.125" v="11"/>
          <pc:sldLayoutMkLst>
            <pc:docMk/>
            <pc:sldMasterMk cId="398443983" sldId="2147483660"/>
            <pc:sldLayoutMk cId="1084483901" sldId="2147483849"/>
          </pc:sldLayoutMkLst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084483901" sldId="2147483849"/>
              <ac:spMk id="2" creationId="{20B36957-63E4-1587-AB6D-C18AE4E04D8D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084483901" sldId="2147483849"/>
              <ac:spMk id="3" creationId="{C5721A43-8218-CDEA-AAE4-D824792ACE26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084483901" sldId="2147483849"/>
              <ac:spMk id="4" creationId="{D5D1D2A7-CF30-5698-14FC-F71CB82D5BCC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084483901" sldId="2147483849"/>
              <ac:spMk id="5" creationId="{028AA764-A00C-AFFF-7F3F-49A733DCD474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084483901" sldId="2147483849"/>
              <ac:spMk id="7" creationId="{675443B4-0187-FC99-0FDE-8EB191B6CEF4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084483901" sldId="2147483849"/>
              <ac:spMk id="10" creationId="{5A647AD3-098B-D1AB-C8D8-463E38402F94}"/>
            </ac:spMkLst>
          </pc:spChg>
        </pc:sldLayoutChg>
        <pc:sldLayoutChg chg="modSp del mod ord">
          <pc:chgData name="Igor Olikh" userId="1328ee0d-9399-4cbc-ab56-cda090069563" providerId="ADAL" clId="{8D3AC5F2-1B54-5E98-A848-B74F637A4C2C}" dt="2026-05-19T14:13:57.125" v="11"/>
          <pc:sldLayoutMkLst>
            <pc:docMk/>
            <pc:sldMasterMk cId="398443983" sldId="2147483660"/>
            <pc:sldLayoutMk cId="1499141212" sldId="2147483850"/>
          </pc:sldLayoutMkLst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499141212" sldId="2147483850"/>
              <ac:spMk id="2" creationId="{DF3C7EC0-4BFB-A603-5703-0D692C62692D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499141212" sldId="2147483850"/>
              <ac:spMk id="4" creationId="{76697187-0170-8894-23C9-28F80A0C3B2B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499141212" sldId="2147483850"/>
              <ac:spMk id="5" creationId="{BC591478-AD3F-2EF7-29A4-36A887DC1956}"/>
            </ac:spMkLst>
          </pc:spChg>
        </pc:sldLayoutChg>
        <pc:sldLayoutChg chg="modSp del mod ord">
          <pc:chgData name="Igor Olikh" userId="1328ee0d-9399-4cbc-ab56-cda090069563" providerId="ADAL" clId="{8D3AC5F2-1B54-5E98-A848-B74F637A4C2C}" dt="2026-05-19T14:13:57.125" v="11"/>
          <pc:sldLayoutMkLst>
            <pc:docMk/>
            <pc:sldMasterMk cId="398443983" sldId="2147483660"/>
            <pc:sldLayoutMk cId="2604742675" sldId="2147483851"/>
          </pc:sldLayoutMkLst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2604742675" sldId="2147483851"/>
              <ac:spMk id="2" creationId="{B1DD740D-848C-40A7-AB96-E7B74E0A800D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2604742675" sldId="2147483851"/>
              <ac:spMk id="3" creationId="{FBB77C83-5304-5E09-3590-D4337DA42A40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2604742675" sldId="2147483851"/>
              <ac:spMk id="5" creationId="{1C17B282-9F6A-839A-442D-69BC9DF3749A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2604742675" sldId="2147483851"/>
              <ac:spMk id="6" creationId="{E78A9E4F-B41B-2A68-ED74-D619432AAB28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2604742675" sldId="2147483851"/>
              <ac:spMk id="7" creationId="{F9E6C7C8-F097-FDD3-FF97-3FC4133BC68D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2604742675" sldId="2147483851"/>
              <ac:spMk id="9" creationId="{1E0B684B-61D6-CF9E-57FC-892D7CEE8D1D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2604742675" sldId="2147483851"/>
              <ac:spMk id="11" creationId="{1E0D5184-93C0-B658-7967-FBC78C38A518}"/>
            </ac:spMkLst>
          </pc:spChg>
        </pc:sldLayoutChg>
        <pc:sldLayoutChg chg="modSp del mod ord">
          <pc:chgData name="Igor Olikh" userId="1328ee0d-9399-4cbc-ab56-cda090069563" providerId="ADAL" clId="{8D3AC5F2-1B54-5E98-A848-B74F637A4C2C}" dt="2026-05-19T14:13:57.125" v="11"/>
          <pc:sldLayoutMkLst>
            <pc:docMk/>
            <pc:sldMasterMk cId="398443983" sldId="2147483660"/>
            <pc:sldLayoutMk cId="1930940434" sldId="2147483852"/>
          </pc:sldLayoutMkLst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930940434" sldId="2147483852"/>
              <ac:spMk id="2" creationId="{B1DD740D-848C-40A7-AB96-E7B74E0A800D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930940434" sldId="2147483852"/>
              <ac:spMk id="4" creationId="{CAD46B95-CF19-9C3F-1691-68ABF62095BE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930940434" sldId="2147483852"/>
              <ac:spMk id="6" creationId="{D8351E8F-C586-866F-37A3-340B3DD347B2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930940434" sldId="2147483852"/>
              <ac:spMk id="7" creationId="{E29EF9E2-1551-8357-22BD-8C43EF5EBE34}"/>
            </ac:spMkLst>
          </pc:spChg>
        </pc:sldLayoutChg>
        <pc:sldLayoutChg chg="modSp del mod ord">
          <pc:chgData name="Igor Olikh" userId="1328ee0d-9399-4cbc-ab56-cda090069563" providerId="ADAL" clId="{8D3AC5F2-1B54-5E98-A848-B74F637A4C2C}" dt="2026-05-19T14:13:57.125" v="11"/>
          <pc:sldLayoutMkLst>
            <pc:docMk/>
            <pc:sldMasterMk cId="398443983" sldId="2147483660"/>
            <pc:sldLayoutMk cId="1716016496" sldId="2147483853"/>
          </pc:sldLayoutMkLst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716016496" sldId="2147483853"/>
              <ac:spMk id="2" creationId="{04A6E1A4-1881-81E9-2BBE-BC4DBFE11A0E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716016496" sldId="2147483853"/>
              <ac:spMk id="4" creationId="{0BB717A5-5D28-36C3-250F-93E0C68721CA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716016496" sldId="2147483853"/>
              <ac:spMk id="6" creationId="{80270476-9FE1-F85E-6F9B-322B184D8FC9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716016496" sldId="2147483853"/>
              <ac:spMk id="7" creationId="{13FF5DC1-E283-8AC5-8620-936474303181}"/>
            </ac:spMkLst>
          </pc:spChg>
        </pc:sldLayoutChg>
        <pc:sldLayoutChg chg="modSp mod ord">
          <pc:chgData name="Igor Olikh" userId="1328ee0d-9399-4cbc-ab56-cda090069563" providerId="ADAL" clId="{8D3AC5F2-1B54-5E98-A848-B74F637A4C2C}" dt="2026-05-19T14:13:57.044" v="10"/>
          <pc:sldLayoutMkLst>
            <pc:docMk/>
            <pc:sldMasterMk cId="398443983" sldId="2147483660"/>
            <pc:sldLayoutMk cId="136516413" sldId="2147483855"/>
          </pc:sldLayoutMkLst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36516413" sldId="2147483855"/>
              <ac:spMk id="2" creationId="{3301624C-6457-D753-E522-B70AFE53D55E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36516413" sldId="2147483855"/>
              <ac:spMk id="3" creationId="{A579D50C-2703-5360-6A8B-31FF6834EBB7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36516413" sldId="2147483855"/>
              <ac:spMk id="4" creationId="{BA17D93D-8F76-6B4D-98F5-B56527389AF9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36516413" sldId="2147483855"/>
              <ac:spMk id="5" creationId="{68997766-616C-18DA-247B-6A380728816D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136516413" sldId="2147483855"/>
              <ac:spMk id="6" creationId="{9AC3E1A8-00B6-62B0-328C-06350819C333}"/>
            </ac:spMkLst>
          </pc:spChg>
        </pc:sldLayoutChg>
        <pc:sldLayoutChg chg="modSp mod ord">
          <pc:chgData name="Igor Olikh" userId="1328ee0d-9399-4cbc-ab56-cda090069563" providerId="ADAL" clId="{8D3AC5F2-1B54-5E98-A848-B74F637A4C2C}" dt="2026-05-19T14:13:57.044" v="10"/>
          <pc:sldLayoutMkLst>
            <pc:docMk/>
            <pc:sldMasterMk cId="398443983" sldId="2147483660"/>
            <pc:sldLayoutMk cId="2187517851" sldId="2147483856"/>
          </pc:sldLayoutMkLst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2187517851" sldId="2147483856"/>
              <ac:spMk id="2" creationId="{B1DD740D-848C-40A7-AB96-E7B74E0A800D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2187517851" sldId="2147483856"/>
              <ac:spMk id="4" creationId="{CAD46B95-CF19-9C3F-1691-68ABF62095BE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2187517851" sldId="2147483856"/>
              <ac:spMk id="5" creationId="{A5DD5CF1-28D6-74AF-B345-5911CB10D454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2187517851" sldId="2147483856"/>
              <ac:spMk id="6" creationId="{D8351E8F-C586-866F-37A3-340B3DD347B2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2187517851" sldId="2147483856"/>
              <ac:spMk id="7" creationId="{E29EF9E2-1551-8357-22BD-8C43EF5EBE34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2187517851" sldId="2147483856"/>
              <ac:spMk id="10" creationId="{793A9C8C-F98C-5899-BE8B-D1A544D66C6A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2187517851" sldId="2147483856"/>
              <ac:spMk id="12" creationId="{67B1C684-915C-90D4-C69F-C24979A42EFC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2187517851" sldId="2147483856"/>
              <ac:spMk id="13" creationId="{2A62B128-D226-0D9B-89EC-51AFD07F30CF}"/>
            </ac:spMkLst>
          </pc:spChg>
        </pc:sldLayoutChg>
        <pc:sldLayoutChg chg="modSp mod ord">
          <pc:chgData name="Igor Olikh" userId="1328ee0d-9399-4cbc-ab56-cda090069563" providerId="ADAL" clId="{8D3AC5F2-1B54-5E98-A848-B74F637A4C2C}" dt="2026-05-19T14:13:57.044" v="10"/>
          <pc:sldLayoutMkLst>
            <pc:docMk/>
            <pc:sldMasterMk cId="398443983" sldId="2147483660"/>
            <pc:sldLayoutMk cId="2955806394" sldId="2147483857"/>
          </pc:sldLayoutMkLst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2955806394" sldId="2147483857"/>
              <ac:spMk id="6" creationId="{EC22CE22-4A72-C394-2534-3F9CEE594205}"/>
            </ac:spMkLst>
          </pc:spChg>
          <pc:spChg chg="mod">
            <ac:chgData name="Igor Olikh" userId="1328ee0d-9399-4cbc-ab56-cda090069563" providerId="ADAL" clId="{8D3AC5F2-1B54-5E98-A848-B74F637A4C2C}" dt="2026-05-19T14:13:57.044" v="10"/>
            <ac:spMkLst>
              <pc:docMk/>
              <pc:sldMasterMk cId="398443983" sldId="2147483660"/>
              <pc:sldLayoutMk cId="2955806394" sldId="2147483857"/>
              <ac:spMk id="7" creationId="{9CD5B627-E439-376E-A00C-87BAFF059FD8}"/>
            </ac:spMkLst>
          </pc:spChg>
        </pc:sldLayoutChg>
      </pc:sldMasterChg>
      <pc:sldMasterChg chg="del delSldLayout">
        <pc:chgData name="Igor Olikh" userId="1328ee0d-9399-4cbc-ab56-cda090069563" providerId="ADAL" clId="{8D3AC5F2-1B54-5E98-A848-B74F637A4C2C}" dt="2026-05-19T14:13:57.012" v="9"/>
        <pc:sldMasterMkLst>
          <pc:docMk/>
          <pc:sldMasterMk cId="796873790" sldId="2147483688"/>
        </pc:sldMasterMkLst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796873790" sldId="2147483688"/>
            <pc:sldLayoutMk cId="84150906" sldId="2147483689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796873790" sldId="2147483688"/>
            <pc:sldLayoutMk cId="3987354682" sldId="2147483690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796873790" sldId="2147483688"/>
            <pc:sldLayoutMk cId="1403582333" sldId="2147483691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796873790" sldId="2147483688"/>
            <pc:sldLayoutMk cId="2228049003" sldId="2147483692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796873790" sldId="2147483688"/>
            <pc:sldLayoutMk cId="1792487691" sldId="2147483693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796873790" sldId="2147483688"/>
            <pc:sldLayoutMk cId="1905085363" sldId="2147483694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796873790" sldId="2147483688"/>
            <pc:sldLayoutMk cId="264879974" sldId="2147483695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796873790" sldId="2147483688"/>
            <pc:sldLayoutMk cId="3409454713" sldId="2147483696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796873790" sldId="2147483688"/>
            <pc:sldLayoutMk cId="2514753456" sldId="2147483697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796873790" sldId="2147483688"/>
            <pc:sldLayoutMk cId="1029583489" sldId="2147483698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796873790" sldId="2147483688"/>
            <pc:sldLayoutMk cId="150278993" sldId="2147483699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796873790" sldId="2147483688"/>
            <pc:sldLayoutMk cId="462346103" sldId="2147483700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796873790" sldId="2147483688"/>
            <pc:sldLayoutMk cId="4044626524" sldId="2147483701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796873790" sldId="2147483688"/>
            <pc:sldLayoutMk cId="1418063356" sldId="2147483702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796873790" sldId="2147483688"/>
            <pc:sldLayoutMk cId="797874154" sldId="2147483703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796873790" sldId="2147483688"/>
            <pc:sldLayoutMk cId="3956016229" sldId="2147483704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796873790" sldId="2147483688"/>
            <pc:sldLayoutMk cId="2965754782" sldId="2147483705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796873790" sldId="2147483688"/>
            <pc:sldLayoutMk cId="641047652" sldId="2147483706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796873790" sldId="2147483688"/>
            <pc:sldLayoutMk cId="2966058294" sldId="2147483707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796873790" sldId="2147483688"/>
            <pc:sldLayoutMk cId="4045898035" sldId="2147483708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796873790" sldId="2147483688"/>
            <pc:sldLayoutMk cId="1367888148" sldId="2147483709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796873790" sldId="2147483688"/>
            <pc:sldLayoutMk cId="2471693806" sldId="2147483710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796873790" sldId="2147483688"/>
            <pc:sldLayoutMk cId="3966063912" sldId="2147483711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796873790" sldId="2147483688"/>
            <pc:sldLayoutMk cId="2360060574" sldId="2147483712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796873790" sldId="2147483688"/>
            <pc:sldLayoutMk cId="724620986" sldId="2147483713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796873790" sldId="2147483688"/>
            <pc:sldLayoutMk cId="2309516815" sldId="2147483714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796873790" sldId="2147483688"/>
            <pc:sldLayoutMk cId="3838591635" sldId="2147483716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796873790" sldId="2147483688"/>
            <pc:sldLayoutMk cId="3689569777" sldId="2147483717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796873790" sldId="2147483688"/>
            <pc:sldLayoutMk cId="1449054947" sldId="2147483718"/>
          </pc:sldLayoutMkLst>
        </pc:sldLayoutChg>
      </pc:sldMasterChg>
      <pc:sldMasterChg chg="del delSldLayout">
        <pc:chgData name="Igor Olikh" userId="1328ee0d-9399-4cbc-ab56-cda090069563" providerId="ADAL" clId="{8D3AC5F2-1B54-5E98-A848-B74F637A4C2C}" dt="2026-05-19T14:13:57.012" v="9"/>
        <pc:sldMasterMkLst>
          <pc:docMk/>
          <pc:sldMasterMk cId="3019717993" sldId="2147483721"/>
        </pc:sldMasterMkLst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4290540509" sldId="2147483722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1945955616" sldId="2147483723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1373069768" sldId="2147483724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208310696" sldId="2147483725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3824583100" sldId="2147483726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1500664866" sldId="2147483727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2909945386" sldId="2147483728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1096973335" sldId="2147483729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310273019" sldId="2147483730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3474306383" sldId="2147483731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435469312" sldId="2147483732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3460344886" sldId="2147483733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1576710307" sldId="2147483734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2323506196" sldId="2147483735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2065005264" sldId="2147483736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836053005" sldId="2147483737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2751102930" sldId="2147483738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3826679731" sldId="2147483739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3634242986" sldId="2147483740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2159803105" sldId="2147483741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1615575882" sldId="2147483742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3546534406" sldId="2147483743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3822962676" sldId="2147483744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3564599972" sldId="2147483745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337344640" sldId="2147483746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3463048596" sldId="2147483747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3437457157" sldId="2147483748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867332117" sldId="2147483749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1664684500" sldId="2147483750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3647755640" sldId="2147483751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2694287592" sldId="2147483752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1916289161" sldId="2147483753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4273851485" sldId="2147483754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1204506051" sldId="2147483755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1196467609" sldId="2147483756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3639986688" sldId="2147483757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3423251099" sldId="2147483758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240388848" sldId="2147483759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1846870229" sldId="2147483760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1174044036" sldId="2147483761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2018966567" sldId="2147483762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2548756782" sldId="2147483763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1142522750" sldId="2147483764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4065451033" sldId="2147483765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4073067958" sldId="2147483766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1091334411" sldId="2147483767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996061951" sldId="2147483768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1091879063" sldId="2147483769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2912005905" sldId="2147483771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928945527" sldId="2147483772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2159199245" sldId="2147483773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1790079700" sldId="2147483774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907562166" sldId="2147483775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3932370895" sldId="2147483776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4263046682" sldId="2147483777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3019717993" sldId="2147483721"/>
            <pc:sldLayoutMk cId="2871888986" sldId="2147483778"/>
          </pc:sldLayoutMkLst>
        </pc:sldLayoutChg>
      </pc:sldMasterChg>
      <pc:sldMasterChg chg="del sldLayoutOrd">
        <pc:chgData name="Igor Olikh" userId="1328ee0d-9399-4cbc-ab56-cda090069563" providerId="ADAL" clId="{8D3AC5F2-1B54-5E98-A848-B74F637A4C2C}" dt="2026-05-19T14:13:57.125" v="11"/>
        <pc:sldMasterMkLst>
          <pc:docMk/>
          <pc:sldMasterMk cId="557963285" sldId="2147483826"/>
        </pc:sldMasterMkLst>
      </pc:sldMasterChg>
      <pc:sldMasterChg chg="del sldLayoutOrd">
        <pc:chgData name="Igor Olikh" userId="1328ee0d-9399-4cbc-ab56-cda090069563" providerId="ADAL" clId="{8D3AC5F2-1B54-5E98-A848-B74F637A4C2C}" dt="2026-05-19T14:13:57.125" v="11"/>
        <pc:sldMasterMkLst>
          <pc:docMk/>
          <pc:sldMasterMk cId="2706153768" sldId="2147483858"/>
        </pc:sldMasterMkLst>
      </pc:sldMasterChg>
      <pc:sldMasterChg chg="del delSldLayout">
        <pc:chgData name="Igor Olikh" userId="1328ee0d-9399-4cbc-ab56-cda090069563" providerId="ADAL" clId="{8D3AC5F2-1B54-5E98-A848-B74F637A4C2C}" dt="2026-05-19T14:13:57.012" v="9"/>
        <pc:sldMasterMkLst>
          <pc:docMk/>
          <pc:sldMasterMk cId="817872191" sldId="2147483873"/>
        </pc:sldMasterMkLst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817872191" sldId="2147483873"/>
            <pc:sldLayoutMk cId="422133132" sldId="2147483874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817872191" sldId="2147483873"/>
            <pc:sldLayoutMk cId="3631458623" sldId="2147483875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817872191" sldId="2147483873"/>
            <pc:sldLayoutMk cId="1369666712" sldId="2147483876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817872191" sldId="2147483873"/>
            <pc:sldLayoutMk cId="3092841322" sldId="2147483877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817872191" sldId="2147483873"/>
            <pc:sldLayoutMk cId="2907970381" sldId="2147483878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817872191" sldId="2147483873"/>
            <pc:sldLayoutMk cId="1492791904" sldId="2147483879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817872191" sldId="2147483873"/>
            <pc:sldLayoutMk cId="3933976819" sldId="2147483880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817872191" sldId="2147483873"/>
            <pc:sldLayoutMk cId="342776971" sldId="2147483881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817872191" sldId="2147483873"/>
            <pc:sldLayoutMk cId="1459742681" sldId="2147483882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817872191" sldId="2147483873"/>
            <pc:sldLayoutMk cId="1646996607" sldId="2147483883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817872191" sldId="2147483873"/>
            <pc:sldLayoutMk cId="12419514" sldId="2147483884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817872191" sldId="2147483873"/>
            <pc:sldLayoutMk cId="1261651122" sldId="2147483885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817872191" sldId="2147483873"/>
            <pc:sldLayoutMk cId="1087273952" sldId="2147483886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817872191" sldId="2147483873"/>
            <pc:sldLayoutMk cId="236334002" sldId="2147483887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817872191" sldId="2147483873"/>
            <pc:sldLayoutMk cId="1296899156" sldId="2147483888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817872191" sldId="2147483873"/>
            <pc:sldLayoutMk cId="483747493" sldId="2147483889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817872191" sldId="2147483873"/>
            <pc:sldLayoutMk cId="2999307253" sldId="2147483890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817872191" sldId="2147483873"/>
            <pc:sldLayoutMk cId="3992675504" sldId="2147483891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817872191" sldId="2147483873"/>
            <pc:sldLayoutMk cId="1291511957" sldId="2147483892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817872191" sldId="2147483873"/>
            <pc:sldLayoutMk cId="1190050180" sldId="2147483893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817872191" sldId="2147483873"/>
            <pc:sldLayoutMk cId="2635364514" sldId="2147483894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817872191" sldId="2147483873"/>
            <pc:sldLayoutMk cId="2001609255" sldId="2147483895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817872191" sldId="2147483873"/>
            <pc:sldLayoutMk cId="939689633" sldId="2147483896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817872191" sldId="2147483873"/>
            <pc:sldLayoutMk cId="1452695511" sldId="2147483897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817872191" sldId="2147483873"/>
            <pc:sldLayoutMk cId="3636956675" sldId="2147483898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817872191" sldId="2147483873"/>
            <pc:sldLayoutMk cId="4162011772" sldId="2147483899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817872191" sldId="2147483873"/>
            <pc:sldLayoutMk cId="109704297" sldId="2147483900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817872191" sldId="2147483873"/>
            <pc:sldLayoutMk cId="3536336827" sldId="2147483901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817872191" sldId="2147483873"/>
            <pc:sldLayoutMk cId="2954341679" sldId="2147483902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817872191" sldId="2147483873"/>
            <pc:sldLayoutMk cId="3231419693" sldId="2147483903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817872191" sldId="2147483873"/>
            <pc:sldLayoutMk cId="3388061686" sldId="2147483904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817872191" sldId="2147483873"/>
            <pc:sldLayoutMk cId="2795748286" sldId="2147483905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817872191" sldId="2147483873"/>
            <pc:sldLayoutMk cId="722713415" sldId="2147483906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817872191" sldId="2147483873"/>
            <pc:sldLayoutMk cId="2137097061" sldId="2147483907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817872191" sldId="2147483873"/>
            <pc:sldLayoutMk cId="329188900" sldId="2147483908"/>
          </pc:sldLayoutMkLst>
        </pc:sldLayoutChg>
        <pc:sldLayoutChg chg="del">
          <pc:chgData name="Igor Olikh" userId="1328ee0d-9399-4cbc-ab56-cda090069563" providerId="ADAL" clId="{8D3AC5F2-1B54-5E98-A848-B74F637A4C2C}" dt="2026-05-19T14:13:57.012" v="9"/>
          <pc:sldLayoutMkLst>
            <pc:docMk/>
            <pc:sldMasterMk cId="817872191" sldId="2147483873"/>
            <pc:sldLayoutMk cId="2341760836" sldId="214748390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C2D6EB-E286-3D42-B85C-DFC07C01AF2A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F1E977-439E-5C49-9B73-78A87BE9B93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80992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Ankit</a:t>
            </a:r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2E38B8-B0B4-AD41-AC6E-B781F46A9FD3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</a:rPr>
              <a:pPr marL="0" marR="0" lvl="0" indent="0" algn="r" defTabSz="18293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 panose="020B0503050203000203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</a:rPr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12132327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35CECF-EA79-9AEF-B2DF-5EE2B3DF3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B44E51-A775-D088-F2E0-3A00FA1372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6D9EC17-D9DA-E9C4-57CA-4A0B75DAA83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Ankit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A9E42E-FFDC-C007-3FDA-B08684EE46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2E38B8-B0B4-AD41-AC6E-B781F46A9FD3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</a:rPr>
              <a:pPr marL="0" marR="0" lvl="0" indent="0" algn="r" defTabSz="18293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 panose="020B0503050203000203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8764F9-7322-EA6D-4F86-9C93BA9493B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</a:rPr>
              <a:t>IBM Security</a:t>
            </a:r>
          </a:p>
        </p:txBody>
      </p:sp>
    </p:spTree>
    <p:extLst>
      <p:ext uri="{BB962C8B-B14F-4D97-AF65-F5344CB8AC3E}">
        <p14:creationId xmlns:p14="http://schemas.microsoft.com/office/powerpoint/2010/main" val="29807158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DC518-0B09-0B21-199E-B965DC1012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80592E5-CFA7-1473-06AC-30EE760A638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3BB685B-8995-5E9E-36E3-C4D70687E5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600" dirty="0"/>
              <a:t>Ankit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B33FF3-EBFF-F7CA-6F98-1E904E9AC39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2E38B8-B0B4-AD41-AC6E-B781F46A9FD3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</a:rPr>
              <a:pPr marL="0" marR="0" lvl="0" indent="0" algn="r" defTabSz="18293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 panose="020B0503050203000203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2C4C2F-66F7-B6C6-150F-FC26A7AC235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</a:rPr>
              <a:t>IBM Security</a:t>
            </a:r>
          </a:p>
        </p:txBody>
      </p:sp>
    </p:spTree>
    <p:extLst>
      <p:ext uri="{BB962C8B-B14F-4D97-AF65-F5344CB8AC3E}">
        <p14:creationId xmlns:p14="http://schemas.microsoft.com/office/powerpoint/2010/main" val="36756976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8E342-3229-0668-F289-ECAACC8C8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CBEBDC0-D0CB-1525-3094-A9BDEAC2FC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C940A4-186B-0D4B-BF92-24A3FD6838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600" dirty="0"/>
              <a:t>Ankit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B2592BF-D5FE-4BE9-25C8-B88998076B0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2E38B8-B0B4-AD41-AC6E-B781F46A9FD3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</a:rPr>
              <a:pPr marL="0" marR="0" lvl="0" indent="0" algn="r" defTabSz="18293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 panose="020B0503050203000203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A0F6D1-2110-6978-2618-BD4EAF99689D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</a:rPr>
              <a:t>IBM Security</a:t>
            </a:r>
          </a:p>
        </p:txBody>
      </p:sp>
    </p:spTree>
    <p:extLst>
      <p:ext uri="{BB962C8B-B14F-4D97-AF65-F5344CB8AC3E}">
        <p14:creationId xmlns:p14="http://schemas.microsoft.com/office/powerpoint/2010/main" val="26189454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0019F-CB9E-3CD3-1A78-5B5D0067E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431999C-29DB-B94A-12EF-6AB5B2F82F1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19850" cy="3611563"/>
          </a:xfrm>
        </p:spPr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2E4FC92-1B30-ECAB-288C-CEC76C97AA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Ankit</a:t>
            </a:r>
            <a:endParaRPr lang="en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88D1A9-F1EB-7EA6-9E13-DD230724719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E2E38B8-B0B4-AD41-AC6E-B781F46A9FD3}" type="slidenum">
              <a:rPr kumimoji="0" lang="en-US" sz="6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</a:rPr>
              <a:pPr marL="0" marR="0" lvl="0" indent="0" algn="r" defTabSz="182937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6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Light" panose="020B0503050203000203" pitchFamily="34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5B8DE9-6B15-52E2-703E-E91670D98FA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182937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</a:rPr>
              <a:t>Footer</a:t>
            </a:r>
          </a:p>
        </p:txBody>
      </p:sp>
    </p:spTree>
    <p:extLst>
      <p:ext uri="{BB962C8B-B14F-4D97-AF65-F5344CB8AC3E}">
        <p14:creationId xmlns:p14="http://schemas.microsoft.com/office/powerpoint/2010/main" val="33744481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64C94-949B-FECF-9DC0-6B5DC991B0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B1D1CB-1D6D-F891-2149-5E53538C2C2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182D06-E55D-A1C4-B19D-0296D166B3D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66E5D9-28AF-0B1B-ADBE-D0257985BA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F1E977-439E-5C49-9B73-78A87BE9B93E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504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206375" y="228600"/>
            <a:ext cx="6432550" cy="3619500"/>
          </a:xfrm>
        </p:spPr>
        <p:txBody>
          <a:bodyPr/>
          <a:lstStyle/>
          <a:p>
            <a:endParaRPr lang="en-I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>
          <a:xfrm>
            <a:off x="206710" y="4087090"/>
            <a:ext cx="6419088" cy="463781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marL="0" marR="0" lvl="0" indent="0" algn="l" defTabSz="685983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Light" panose="020B0503050203000203" pitchFamily="34" charset="0"/>
              </a:rPr>
              <a:t>IBM Security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74605E-44B7-3E16-402C-F9B3EE1484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E2E38B8-B0B4-AD41-AC6E-B781F46A9FD3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45952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3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1624C-6457-D753-E522-B70AFE53D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79D50C-2703-5360-6A8B-31FF6834EB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7D93D-8F76-6B4D-98F5-B56527389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63CB0-67AE-D446-85BD-0BC988321D20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97766-616C-18DA-247B-6A3807288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3E1A8-00B6-62B0-328C-06350819C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CFB7B-1A61-8C42-8CCF-41DC2BF303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31487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0B049-EE5A-2F51-AFC0-38FD497E8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9F150-AEDA-C90F-8B32-A30557AE4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E5CB4-7C5E-1027-0A71-D38FFEAAB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63CB0-67AE-D446-85BD-0BC988321D20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73705-D387-5C50-72CD-70E51BA74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46090-32FE-CE0F-764C-907EF2F51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CFB7B-1A61-8C42-8CCF-41DC2BF303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75894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6A526-2629-CD0F-8A42-0FDA5B46C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F0AB7-DF9A-DBB6-D798-366A8B04D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49DD5-124D-D0A7-42BA-374BCE69B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63CB0-67AE-D446-85BD-0BC988321D20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3591F-09E3-913D-F697-D057CA7CB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127A5-AEEA-EDEC-DBFE-59776BC4B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CFB7B-1A61-8C42-8CCF-41DC2BF303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03060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85CF9-333B-BA7D-8898-62ED9B44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20C7D-15D1-C51A-CD14-0AED2EFC14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407E84-8FB6-0EFC-BFE7-4BF79B8034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171EC4-2084-4BE9-727D-A36AD240B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63CB0-67AE-D446-85BD-0BC988321D20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F6C7D4-9A0A-9B01-4E22-58FDFE27C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552D24-AACF-95F0-9BE8-098DB8D4A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CFB7B-1A61-8C42-8CCF-41DC2BF303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72093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42993-934F-9C4F-8B87-D892735E6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44243E-3330-BD3E-0A7B-3BA6DA37E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7D569-98A8-E0E0-58E0-FFDCC057BC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F556F7-59DF-44FA-3E1B-4634EABA30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E2D3E2-FC33-E64C-BDB1-B1683D49EB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26C14A-4653-C4DB-ECC6-6F40A4B1D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63CB0-67AE-D446-85BD-0BC988321D20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0CD931-BE2D-8655-AE08-9C0E6E5CE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92E9A7-BD0F-9037-2FF4-B1DFF4C75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CFB7B-1A61-8C42-8CCF-41DC2BF303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86263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7AC67-C819-B705-B70A-ED5815C83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63B814-3CE6-274E-4BE5-B0DEA77D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63CB0-67AE-D446-85BD-0BC988321D20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193C12-860A-37DD-2781-DB5D9CE3C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F95E1B-B25D-0969-DB23-140DA26C4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CFB7B-1A61-8C42-8CCF-41DC2BF303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1338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DC8AFA-9295-E312-2BE4-E30FEA2E5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63CB0-67AE-D446-85BD-0BC988321D20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E40F0B-A24A-96F0-8CEB-214973110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3EAB7-D2E2-664F-511D-C12A627B5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CFB7B-1A61-8C42-8CCF-41DC2BF303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67069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B7686-2A46-EF7E-FB3C-4448AD1E9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C8059-4DAE-FFB3-17DA-F3A788BB8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A30CE9-231B-6E26-FB30-4AEC4D359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C2F146-E74E-0BA6-5E7C-E65EBB0A3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63CB0-67AE-D446-85BD-0BC988321D20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A54993-E6B8-7B71-D520-91A593100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F987E4-0322-4489-DF0A-8626AE4CA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CFB7B-1A61-8C42-8CCF-41DC2BF303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077123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49A60-463B-C6EA-363E-D84B62DBF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5BF493-C59B-44E4-5F35-67E7454232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BD8220-759E-5B23-A0BC-99EDC49C9B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F95E18-46C7-BAB3-2132-9EA174BF5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63CB0-67AE-D446-85BD-0BC988321D20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B4F05D-D474-0619-3217-E679589EE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802B93-3141-6A51-CD97-B1BF39BC9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CFB7B-1A61-8C42-8CCF-41DC2BF303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03284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6042C-AE49-97E1-CB4B-CBDF3CA54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1A801D-D1F3-3494-A79B-17544F14DE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FE7E8-8262-7140-43D9-66E2DB6A7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63CB0-67AE-D446-85BD-0BC988321D20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1275E-DE36-3AA9-54D5-C71BF90C7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C6B69-A203-50B6-0EEE-B7D5647FB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CFB7B-1A61-8C42-8CCF-41DC2BF303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18163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6B0397-6F93-2546-1F59-D68B1581AF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4188D6-D1B3-189C-B480-EAB2685143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00A93-1392-37EC-E5E0-86CC080EB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63CB0-67AE-D446-85BD-0BC988321D20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D2148-F34C-D7B7-8A6D-3AA504376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7B397-7BC4-5B94-5AB5-691CB78BE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CFB7B-1A61-8C42-8CCF-41DC2BF303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56405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2004" y="3084230"/>
            <a:ext cx="1727991" cy="689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9708536"/>
      </p:ext>
    </p:extLst>
  </p:cSld>
  <p:clrMapOvr>
    <a:masterClrMapping/>
  </p:clrMapOvr>
  <p:transition spd="slow"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1624C-6457-D753-E522-B70AFE53D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79D50C-2703-5360-6A8B-31FF6834EB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7D93D-8F76-6B4D-98F5-B56527389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63CB0-67AE-D446-85BD-0BC988321D20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97766-616C-18DA-247B-6A3807288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3E1A8-00B6-62B0-328C-06350819C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CFB7B-1A61-8C42-8CCF-41DC2BF30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14747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60B049-EE5A-2F51-AFC0-38FD497E8C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09F150-AEDA-C90F-8B32-A30557AE4B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7E5CB4-7C5E-1027-0A71-D38FFEAAB8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63CB0-67AE-D446-85BD-0BC988321D20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573705-D387-5C50-72CD-70E51BA74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46090-32FE-CE0F-764C-907EF2F51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CFB7B-1A61-8C42-8CCF-41DC2BF30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562972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56A526-2629-CD0F-8A42-0FDA5B46C9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F0AB7-DF9A-DBB6-D798-366A8B04D5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D49DD5-124D-D0A7-42BA-374BCE69B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63CB0-67AE-D446-85BD-0BC988321D20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03591F-09E3-913D-F697-D057CA7CB1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2127A5-AEEA-EDEC-DBFE-59776BC4B3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CFB7B-1A61-8C42-8CCF-41DC2BF30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69435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985CF9-333B-BA7D-8898-62ED9B444F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020C7D-15D1-C51A-CD14-0AED2EFC14D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F407E84-8FB6-0EFC-BFE7-4BF79B8034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9171EC4-2084-4BE9-727D-A36AD240B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63CB0-67AE-D446-85BD-0BC988321D20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F6C7D4-9A0A-9B01-4E22-58FDFE27C6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552D24-AACF-95F0-9BE8-098DB8D4A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CFB7B-1A61-8C42-8CCF-41DC2BF30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04002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042993-934F-9C4F-8B87-D892735E63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44243E-3330-BD3E-0A7B-3BA6DA37E4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37D569-98A8-E0E0-58E0-FFDCC057BC0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CF556F7-59DF-44FA-3E1B-4634EABA30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3E2D3E2-FC33-E64C-BDB1-B1683D49EB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26C14A-4653-C4DB-ECC6-6F40A4B1D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63CB0-67AE-D446-85BD-0BC988321D20}" type="datetimeFigureOut">
              <a:rPr lang="en-US" smtClean="0"/>
              <a:t>5/20/26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70CD931-BE2D-8655-AE08-9C0E6E5CEF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692E9A7-BD0F-9037-2FF4-B1DFF4C757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CFB7B-1A61-8C42-8CCF-41DC2BF30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40768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77AC67-C819-B705-B70A-ED5815C83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63B814-3CE6-274E-4BE5-B0DEA77D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63CB0-67AE-D446-85BD-0BC988321D20}" type="datetimeFigureOut">
              <a:rPr lang="en-US" smtClean="0"/>
              <a:t>5/20/26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193C12-860A-37DD-2781-DB5D9CE3C3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F95E1B-B25D-0969-DB23-140DA26C43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CFB7B-1A61-8C42-8CCF-41DC2BF30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23437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DC8AFA-9295-E312-2BE4-E30FEA2E5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63CB0-67AE-D446-85BD-0BC988321D20}" type="datetimeFigureOut">
              <a:rPr lang="en-US" smtClean="0"/>
              <a:t>5/20/26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E40F0B-A24A-96F0-8CEB-214973110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03EAB7-D2E2-664F-511D-C12A627B5D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CFB7B-1A61-8C42-8CCF-41DC2BF30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75809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1_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B7686-2A46-EF7E-FB3C-4448AD1E9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5C8059-4DAE-FFB3-17DA-F3A788BB8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BA30CE9-231B-6E26-FB30-4AEC4D35917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C2F146-E74E-0BA6-5E7C-E65EBB0A3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63CB0-67AE-D446-85BD-0BC988321D20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A54993-E6B8-7B71-D520-91A593100E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F987E4-0322-4489-DF0A-8626AE4CA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CFB7B-1A61-8C42-8CCF-41DC2BF30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98905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049A60-463B-C6EA-363E-D84B62DBFF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5BF493-C59B-44E4-5F35-67E7454232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4BD8220-759E-5B23-A0BC-99EDC49C9B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F95E18-46C7-BAB3-2132-9EA174BF58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63CB0-67AE-D446-85BD-0BC988321D20}" type="datetimeFigureOut">
              <a:rPr lang="en-US" smtClean="0"/>
              <a:t>5/20/26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B4F05D-D474-0619-3217-E679589EE3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802B93-3141-6A51-CD97-B1BF39BC9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CFB7B-1A61-8C42-8CCF-41DC2BF30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33786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1_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36042C-AE49-97E1-CB4B-CBDF3CA54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A1A801D-D1F3-3494-A79B-17544F14DE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1FE7E8-8262-7140-43D9-66E2DB6A7F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63CB0-67AE-D446-85BD-0BC988321D20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A1275E-DE36-3AA9-54D5-C71BF90C75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DC6B69-A203-50B6-0EEE-B7D5647FB0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CFB7B-1A61-8C42-8CCF-41DC2BF30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19810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B6B0397-6F93-2546-1F59-D68B1581AF2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4188D6-D1B3-189C-B480-EAB2685143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00A93-1392-37EC-E5E0-86CC080EB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63CB0-67AE-D446-85BD-0BC988321D20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FD2148-F34C-D7B7-8A6D-3AA504376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37B397-7BC4-5B94-5AB5-691CB78BE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CFB7B-1A61-8C42-8CCF-41DC2BF30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9890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2004" y="3084230"/>
            <a:ext cx="1727991" cy="689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2460743"/>
      </p:ext>
    </p:extLst>
  </p:cSld>
  <p:clrMapOvr>
    <a:masterClrMapping/>
  </p:clrMapOvr>
  <p:transition spd="slow"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717423"/>
            <a:ext cx="5521400" cy="584647"/>
          </a:xfrm>
        </p:spPr>
        <p:txBody>
          <a:bodyPr rIns="457200">
            <a:spAutoFit/>
          </a:bodyPr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IBM Security / © 2023 IBM CONFIDENTIAL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98" y="288037"/>
            <a:ext cx="5942827" cy="287451"/>
          </a:xfrm>
        </p:spPr>
        <p:txBody>
          <a:bodyPr>
            <a:spAutoFit/>
          </a:bodyPr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8351E8F-C586-866F-37A3-340B3DD347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7910" y="6469420"/>
            <a:ext cx="13679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4926224"/>
      </p:ext>
    </p:extLst>
  </p:cSld>
  <p:clrMapOvr>
    <a:masterClrMapping/>
  </p:clrMapOvr>
  <p:transition spd="slow"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2474590" cy="570706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5047593" cy="4286250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2554" y="192024"/>
            <a:ext cx="2477765" cy="57070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3B922-FA59-5165-48BF-0B57DFD6634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IBM Security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C3B405E-94D1-4A09-C6BF-A66D9CBEF63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820645"/>
      </p:ext>
    </p:extLst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192024"/>
            <a:ext cx="5524575" cy="2286794"/>
          </a:xfrm>
        </p:spPr>
        <p:txBody>
          <a:bodyPr/>
          <a:lstStyle>
            <a:lvl1pPr>
              <a:lnSpc>
                <a:spcPct val="100000"/>
              </a:lnSpc>
              <a:defRPr sz="4298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A09496-D938-6EB1-106C-48C5E423EA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8526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656425"/>
      </p:ext>
    </p:extLst>
  </p:cSld>
  <p:clrMapOvr>
    <a:masterClrMapping/>
  </p:clrMapOvr>
  <p:transition spd="slow"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4575" cy="2286794"/>
          </a:xfrm>
        </p:spPr>
        <p:txBody>
          <a:bodyPr/>
          <a:lstStyle>
            <a:lvl1pPr>
              <a:lnSpc>
                <a:spcPct val="100000"/>
              </a:lnSpc>
              <a:defRPr sz="4299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A09496-D938-6EB1-106C-48C5E423EA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8525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721926"/>
      </p:ext>
    </p:extLst>
  </p:cSld>
  <p:clrMapOvr>
    <a:masterClrMapping/>
  </p:clrMapOvr>
  <p:transition spd="slow"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vious Released Product Fea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999" y="763524"/>
            <a:ext cx="5521401" cy="677109"/>
          </a:xfrm>
        </p:spPr>
        <p:txBody>
          <a:bodyPr rIns="457200">
            <a:spAutoFit/>
          </a:bodyPr>
          <a:lstStyle>
            <a:lvl1pPr>
              <a:lnSpc>
                <a:spcPct val="100000"/>
              </a:lnSpc>
              <a:defRPr sz="2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</a:t>
            </a:r>
            <a:br>
              <a:rPr lang="en-US"/>
            </a:br>
            <a:r>
              <a:rPr lang="en-US"/>
              <a:t>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IBM Security / For IBM and Business Partner Use Only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99" y="288036"/>
            <a:ext cx="5520702" cy="224028"/>
          </a:xfrm>
        </p:spPr>
        <p:txBody>
          <a:bodyPr>
            <a:spAutoFit/>
          </a:bodyPr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8351E8F-C586-866F-37A3-340B3DD347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5AC35E8-8E61-31F9-B72E-66EF0FE5AD8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83300" y="5143500"/>
            <a:ext cx="5524575" cy="1218407"/>
          </a:xfrm>
        </p:spPr>
        <p:txBody>
          <a:bodyPr anchor="b" anchorCtr="0"/>
          <a:lstStyle>
            <a:lvl1pPr>
              <a:spcBef>
                <a:spcPts val="600"/>
              </a:spcBef>
              <a:defRPr sz="1400" i="0"/>
            </a:lvl1pPr>
            <a:lvl2pPr>
              <a:spcBef>
                <a:spcPts val="600"/>
              </a:spcBef>
              <a:defRPr sz="1400" i="0"/>
            </a:lvl2pPr>
            <a:lvl3pPr>
              <a:defRPr sz="1400" i="0"/>
            </a:lvl3pPr>
            <a:lvl4pPr>
              <a:defRPr sz="1400" i="0"/>
            </a:lvl4pPr>
            <a:lvl5pPr>
              <a:defRPr sz="1400" i="0"/>
            </a:lvl5pPr>
          </a:lstStyle>
          <a:p>
            <a:pPr lvl="0"/>
            <a:r>
              <a:rPr lang="en-US"/>
              <a:t>Click to edit Master caption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E6CC9E-0E49-3C10-C73F-6B80928C08E5}"/>
              </a:ext>
            </a:extLst>
          </p:cNvPr>
          <p:cNvCxnSpPr/>
          <p:nvPr userDrawn="1"/>
        </p:nvCxnSpPr>
        <p:spPr bwMode="auto">
          <a:xfrm>
            <a:off x="6095206" y="288925"/>
            <a:ext cx="0" cy="607298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E9B5CDC-6DE8-1674-D92B-37E13B02AB0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42810" y="288925"/>
            <a:ext cx="2765065" cy="370682"/>
          </a:xfrm>
          <a:solidFill>
            <a:srgbClr val="E5F6FF"/>
          </a:solidFill>
        </p:spPr>
        <p:txBody>
          <a:bodyPr anchor="ctr" anchorCtr="0"/>
          <a:lstStyle>
            <a:lvl1pPr algn="ctr">
              <a:defRPr sz="1400" i="1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58E6433E-1F9B-D5D7-C3BD-332CFFF00EB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7999" y="1799432"/>
            <a:ext cx="5519114" cy="708819"/>
          </a:xfrm>
        </p:spPr>
        <p:txBody>
          <a:bodyPr anchor="ctr" anchorCtr="0"/>
          <a:lstStyle>
            <a:lvl1pPr>
              <a:lnSpc>
                <a:spcPct val="100000"/>
              </a:lnSpc>
              <a:defRPr sz="1800">
                <a:solidFill>
                  <a:srgbClr val="0F62FE"/>
                </a:solidFill>
              </a:defRPr>
            </a:lvl1pPr>
            <a:lvl2pPr>
              <a:lnSpc>
                <a:spcPct val="100000"/>
              </a:lnSpc>
              <a:defRPr sz="2200"/>
            </a:lvl2pPr>
            <a:lvl3pPr>
              <a:lnSpc>
                <a:spcPct val="100000"/>
              </a:lnSpc>
              <a:defRPr sz="2200"/>
            </a:lvl3pPr>
            <a:lvl4pPr>
              <a:lnSpc>
                <a:spcPct val="100000"/>
              </a:lnSpc>
              <a:defRPr sz="2200"/>
            </a:lvl4pPr>
            <a:lvl5pPr>
              <a:lnSpc>
                <a:spcPct val="100000"/>
              </a:lnSpc>
              <a:defRPr sz="22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subtitle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AB65B258-0EC8-2418-5AE9-BE881E8A363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7999" y="2571750"/>
            <a:ext cx="5519114" cy="3853657"/>
          </a:xfrm>
        </p:spPr>
        <p:txBody>
          <a:bodyPr anchor="ctr" anchorCtr="0"/>
          <a:lstStyle>
            <a:lvl1pPr>
              <a:spcBef>
                <a:spcPts val="600"/>
              </a:spcBef>
              <a:defRPr sz="1600"/>
            </a:lvl1pPr>
            <a:lvl2pPr>
              <a:spcBef>
                <a:spcPts val="600"/>
              </a:spcBef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38848836"/>
      </p:ext>
    </p:extLst>
  </p:cSld>
  <p:clrMapOvr>
    <a:masterClrMapping/>
  </p:clrMapOvr>
  <p:transition spd="slow"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lease Product Fea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763524"/>
            <a:ext cx="5521401" cy="338554"/>
          </a:xfrm>
        </p:spPr>
        <p:txBody>
          <a:bodyPr rIns="457200">
            <a:spAutoFit/>
          </a:bodyPr>
          <a:lstStyle>
            <a:lvl1pPr>
              <a:lnSpc>
                <a:spcPct val="100000"/>
              </a:lnSpc>
              <a:defRPr sz="2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IBM Security / For IBM and Business Partner Use Only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99" y="288036"/>
            <a:ext cx="5520702" cy="224028"/>
          </a:xfrm>
        </p:spPr>
        <p:txBody>
          <a:bodyPr>
            <a:spAutoFit/>
          </a:bodyPr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8351E8F-C586-866F-37A3-340B3DD347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5AC35E8-8E61-31F9-B72E-66EF0FE5AD8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83300" y="5143500"/>
            <a:ext cx="5524575" cy="1218407"/>
          </a:xfrm>
        </p:spPr>
        <p:txBody>
          <a:bodyPr anchor="b" anchorCtr="0"/>
          <a:lstStyle>
            <a:lvl1pPr>
              <a:spcBef>
                <a:spcPts val="600"/>
              </a:spcBef>
              <a:defRPr sz="1400" i="0"/>
            </a:lvl1pPr>
            <a:lvl2pPr>
              <a:spcBef>
                <a:spcPts val="600"/>
              </a:spcBef>
              <a:defRPr sz="1400" i="0"/>
            </a:lvl2pPr>
            <a:lvl3pPr>
              <a:defRPr sz="1400" i="0"/>
            </a:lvl3pPr>
            <a:lvl4pPr>
              <a:defRPr sz="1400" i="0"/>
            </a:lvl4pPr>
            <a:lvl5pPr>
              <a:defRPr sz="1400" i="0"/>
            </a:lvl5pPr>
          </a:lstStyle>
          <a:p>
            <a:pPr lvl="0"/>
            <a:r>
              <a:rPr lang="en-US"/>
              <a:t>Click to edit Master caption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E6CC9E-0E49-3C10-C73F-6B80928C08E5}"/>
              </a:ext>
            </a:extLst>
          </p:cNvPr>
          <p:cNvCxnSpPr/>
          <p:nvPr userDrawn="1"/>
        </p:nvCxnSpPr>
        <p:spPr bwMode="auto">
          <a:xfrm>
            <a:off x="6095206" y="288925"/>
            <a:ext cx="0" cy="607298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E9B5CDC-6DE8-1674-D92B-37E13B02AB0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42810" y="288925"/>
            <a:ext cx="2765065" cy="370682"/>
          </a:xfrm>
          <a:solidFill>
            <a:srgbClr val="92D050"/>
          </a:solidFill>
        </p:spPr>
        <p:txBody>
          <a:bodyPr anchor="ctr" anchorCtr="0"/>
          <a:lstStyle>
            <a:lvl1pPr algn="ctr">
              <a:defRPr sz="1400" i="1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BE31BEF-4D0C-A8C2-6459-B2B189FDC75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7999" y="1799432"/>
            <a:ext cx="5519114" cy="708819"/>
          </a:xfrm>
        </p:spPr>
        <p:txBody>
          <a:bodyPr anchor="ctr" anchorCtr="0"/>
          <a:lstStyle>
            <a:lvl1pPr>
              <a:lnSpc>
                <a:spcPct val="100000"/>
              </a:lnSpc>
              <a:defRPr sz="1800">
                <a:solidFill>
                  <a:srgbClr val="0F62FE"/>
                </a:solidFill>
              </a:defRPr>
            </a:lvl1pPr>
            <a:lvl2pPr>
              <a:lnSpc>
                <a:spcPct val="100000"/>
              </a:lnSpc>
              <a:defRPr sz="2200"/>
            </a:lvl2pPr>
            <a:lvl3pPr>
              <a:lnSpc>
                <a:spcPct val="100000"/>
              </a:lnSpc>
              <a:defRPr sz="2200"/>
            </a:lvl3pPr>
            <a:lvl4pPr>
              <a:lnSpc>
                <a:spcPct val="100000"/>
              </a:lnSpc>
              <a:defRPr sz="2200"/>
            </a:lvl4pPr>
            <a:lvl5pPr>
              <a:lnSpc>
                <a:spcPct val="100000"/>
              </a:lnSpc>
              <a:defRPr sz="22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subtitle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8B14AEDC-B194-5053-25B1-99F76E3486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7999" y="2571750"/>
            <a:ext cx="5519114" cy="3853657"/>
          </a:xfrm>
        </p:spPr>
        <p:txBody>
          <a:bodyPr anchor="ctr" anchorCtr="0"/>
          <a:lstStyle>
            <a:lvl1pPr>
              <a:spcBef>
                <a:spcPts val="600"/>
              </a:spcBef>
              <a:defRPr sz="1600"/>
            </a:lvl1pPr>
            <a:lvl2pPr>
              <a:spcBef>
                <a:spcPts val="600"/>
              </a:spcBef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37744736"/>
      </p:ext>
    </p:extLst>
  </p:cSld>
  <p:clrMapOvr>
    <a:masterClrMapping/>
  </p:clrMapOvr>
  <p:transition spd="slow"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oduct Future Featur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763524"/>
            <a:ext cx="5519114" cy="338554"/>
          </a:xfrm>
        </p:spPr>
        <p:txBody>
          <a:bodyPr wrap="square" rIns="457200">
            <a:spAutoFit/>
          </a:bodyPr>
          <a:lstStyle>
            <a:lvl1pPr>
              <a:lnSpc>
                <a:spcPct val="100000"/>
              </a:lnSpc>
              <a:defRPr sz="2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IBM Security / For IBM and Business Partner Use Only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99" y="288036"/>
            <a:ext cx="5519115" cy="223331"/>
          </a:xfrm>
        </p:spPr>
        <p:txBody>
          <a:bodyPr wrap="square">
            <a:spAutoFit/>
          </a:bodyPr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8351E8F-C586-866F-37A3-340B3DD347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5AC35E8-8E61-31F9-B72E-66EF0FE5AD8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383300" y="5143500"/>
            <a:ext cx="5524575" cy="1218407"/>
          </a:xfrm>
        </p:spPr>
        <p:txBody>
          <a:bodyPr anchor="b" anchorCtr="0"/>
          <a:lstStyle>
            <a:lvl1pPr>
              <a:spcBef>
                <a:spcPts val="600"/>
              </a:spcBef>
              <a:defRPr sz="1400" i="0"/>
            </a:lvl1pPr>
            <a:lvl2pPr>
              <a:spcBef>
                <a:spcPts val="600"/>
              </a:spcBef>
              <a:defRPr sz="1400" i="0"/>
            </a:lvl2pPr>
            <a:lvl3pPr>
              <a:defRPr sz="1400" i="0"/>
            </a:lvl3pPr>
            <a:lvl4pPr>
              <a:defRPr sz="1400" i="0"/>
            </a:lvl4pPr>
            <a:lvl5pPr>
              <a:defRPr sz="1400" i="0"/>
            </a:lvl5pPr>
          </a:lstStyle>
          <a:p>
            <a:pPr lvl="0"/>
            <a:r>
              <a:rPr lang="en-US"/>
              <a:t>Click to edit Master caption style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3E6CC9E-0E49-3C10-C73F-6B80928C08E5}"/>
              </a:ext>
            </a:extLst>
          </p:cNvPr>
          <p:cNvCxnSpPr/>
          <p:nvPr userDrawn="1"/>
        </p:nvCxnSpPr>
        <p:spPr bwMode="auto">
          <a:xfrm>
            <a:off x="6095206" y="288925"/>
            <a:ext cx="0" cy="6072982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4E9B5CDC-6DE8-1674-D92B-37E13B02AB0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42810" y="288925"/>
            <a:ext cx="2765065" cy="370682"/>
          </a:xfrm>
          <a:solidFill>
            <a:srgbClr val="FFFF00"/>
          </a:solidFill>
        </p:spPr>
        <p:txBody>
          <a:bodyPr anchor="ctr" anchorCtr="0"/>
          <a:lstStyle>
            <a:lvl1pPr algn="ctr">
              <a:defRPr sz="1400" i="1"/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BFD3993F-4B6D-26CE-1DC2-0EC0FD3E3A2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87999" y="1799432"/>
            <a:ext cx="5519114" cy="708819"/>
          </a:xfrm>
        </p:spPr>
        <p:txBody>
          <a:bodyPr anchor="ctr" anchorCtr="0"/>
          <a:lstStyle>
            <a:lvl1pPr>
              <a:lnSpc>
                <a:spcPct val="100000"/>
              </a:lnSpc>
              <a:defRPr sz="1800">
                <a:solidFill>
                  <a:srgbClr val="0F62FE"/>
                </a:solidFill>
              </a:defRPr>
            </a:lvl1pPr>
            <a:lvl2pPr>
              <a:lnSpc>
                <a:spcPct val="100000"/>
              </a:lnSpc>
              <a:defRPr sz="2200"/>
            </a:lvl2pPr>
            <a:lvl3pPr>
              <a:lnSpc>
                <a:spcPct val="100000"/>
              </a:lnSpc>
              <a:defRPr sz="2200"/>
            </a:lvl3pPr>
            <a:lvl4pPr>
              <a:lnSpc>
                <a:spcPct val="100000"/>
              </a:lnSpc>
              <a:defRPr sz="2200"/>
            </a:lvl4pPr>
            <a:lvl5pPr>
              <a:lnSpc>
                <a:spcPct val="100000"/>
              </a:lnSpc>
              <a:defRPr sz="2200"/>
            </a:lvl5pPr>
          </a:lstStyle>
          <a:p>
            <a:pPr lvl="0"/>
            <a:r>
              <a:rPr lang="en-US"/>
              <a:t>Click to edit </a:t>
            </a:r>
            <a:br>
              <a:rPr lang="en-US"/>
            </a:br>
            <a:r>
              <a:rPr lang="en-US"/>
              <a:t>Master </a:t>
            </a:r>
            <a:br>
              <a:rPr lang="en-US"/>
            </a:br>
            <a:r>
              <a:rPr lang="en-US"/>
              <a:t>subtitle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EEE9A76D-7584-6CD1-F561-F9230B7FBE72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7999" y="2571750"/>
            <a:ext cx="5519114" cy="3853657"/>
          </a:xfrm>
        </p:spPr>
        <p:txBody>
          <a:bodyPr anchor="ctr" anchorCtr="0"/>
          <a:lstStyle>
            <a:lvl1pPr>
              <a:spcBef>
                <a:spcPts val="600"/>
              </a:spcBef>
              <a:defRPr sz="1600"/>
            </a:lvl1pPr>
            <a:lvl2pPr>
              <a:spcBef>
                <a:spcPts val="600"/>
              </a:spcBef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11566425"/>
      </p:ext>
    </p:extLst>
  </p:cSld>
  <p:clrMapOvr>
    <a:masterClrMapping/>
  </p:clrMapOvr>
  <p:transition spd="slow"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856059"/>
            <a:ext cx="2477765" cy="2286794"/>
          </a:xfrm>
        </p:spPr>
        <p:txBody>
          <a:bodyPr/>
          <a:lstStyle>
            <a:lvl1pPr>
              <a:lnSpc>
                <a:spcPct val="100000"/>
              </a:lnSpc>
              <a:defRPr sz="2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0919" y="284957"/>
            <a:ext cx="2476178" cy="5715794"/>
          </a:xfrm>
        </p:spPr>
        <p:txBody>
          <a:bodyPr/>
          <a:lstStyle>
            <a:lvl1pPr defTabSz="580412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412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412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412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412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430110" y="284957"/>
            <a:ext cx="2474590" cy="5715794"/>
          </a:xfrm>
        </p:spPr>
        <p:txBody>
          <a:bodyPr/>
          <a:lstStyle>
            <a:lvl1pPr defTabSz="580412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412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412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412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412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0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6" y="6402118"/>
            <a:ext cx="2477765" cy="190500"/>
          </a:xfrm>
        </p:spPr>
        <p:txBody>
          <a:bodyPr/>
          <a:lstStyle/>
          <a:p>
            <a:r>
              <a:rPr lang="en-US" dirty="0"/>
              <a:t>IBM Security / For IBM and Business Partner Use Only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5721A43-8218-CDEA-AAE4-D824792ACE2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87999" y="288036"/>
            <a:ext cx="5049180" cy="285750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83327537"/>
      </p:ext>
    </p:extLst>
  </p:cSld>
  <p:clrMapOvr>
    <a:masterClrMapping/>
  </p:clrMapOvr>
  <p:transition spd="slow"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856059"/>
            <a:ext cx="2477765" cy="2286794"/>
          </a:xfrm>
        </p:spPr>
        <p:txBody>
          <a:bodyPr/>
          <a:lstStyle>
            <a:lvl1pPr>
              <a:lnSpc>
                <a:spcPct val="100000"/>
              </a:lnSpc>
              <a:defRPr sz="2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0919" y="284957"/>
            <a:ext cx="2476178" cy="5715794"/>
          </a:xfrm>
        </p:spPr>
        <p:txBody>
          <a:bodyPr/>
          <a:lstStyle>
            <a:lvl1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430110" y="284957"/>
            <a:ext cx="2474590" cy="5715794"/>
          </a:xfrm>
        </p:spPr>
        <p:txBody>
          <a:bodyPr/>
          <a:lstStyle>
            <a:lvl1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r>
              <a:rPr lang="en-US" dirty="0"/>
              <a:t>IBM Security / For IBM and Business Partner Use Only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5721A43-8218-CDEA-AAE4-D824792ACE2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87999" y="288036"/>
            <a:ext cx="5049180" cy="285750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8993280"/>
      </p:ext>
    </p:extLst>
  </p:cSld>
  <p:clrMapOvr>
    <a:masterClrMapping/>
  </p:clrMapOvr>
  <p:transition spd="slow"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788925"/>
            <a:ext cx="5524575" cy="521130"/>
          </a:xfrm>
        </p:spPr>
        <p:txBody>
          <a:bodyPr rIns="457200"/>
          <a:lstStyle>
            <a:lvl1pPr>
              <a:lnSpc>
                <a:spcPct val="100000"/>
              </a:lnSpc>
              <a:defRPr sz="2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4B74093-A800-CB62-8607-A04D569204E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289B0F8-E9A7-CF76-E87F-8D4302E8DA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r>
              <a:rPr lang="en-US" dirty="0"/>
              <a:t>IBM Security / For IBM and Business Partner Use Only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1E971D57-BD35-C331-FC74-64C89084CD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87999" y="288036"/>
            <a:ext cx="5049180" cy="285750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ADB6FB0-3BCC-B810-B627-61334C28441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284126" y="1714500"/>
            <a:ext cx="2477765" cy="4501357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20AE6E44-B920-A434-C241-6DA13C7F866A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34659" y="1714500"/>
            <a:ext cx="2477765" cy="4501357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F111C9A8-E841-67D4-07EE-1157D795A6A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85193" y="1714500"/>
            <a:ext cx="2477765" cy="4501357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2305709C-145E-6782-44FE-129574BA5CF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435727" y="1714500"/>
            <a:ext cx="2477765" cy="4501357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654BCB6-F17B-FF03-CD43-03BF339F63A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84126" y="1309688"/>
            <a:ext cx="5528543" cy="492919"/>
          </a:xfrm>
        </p:spPr>
        <p:txBody>
          <a:bodyPr/>
          <a:lstStyle>
            <a:lvl1pPr>
              <a:defRPr>
                <a:solidFill>
                  <a:srgbClr val="0F62FE"/>
                </a:solidFill>
              </a:defRPr>
            </a:lvl1pPr>
          </a:lstStyle>
          <a:p>
            <a:pPr lvl="0"/>
            <a:r>
              <a:rPr lang="en-US"/>
              <a:t>Click to edit Master subtitle text</a:t>
            </a:r>
          </a:p>
        </p:txBody>
      </p:sp>
    </p:spTree>
    <p:extLst>
      <p:ext uri="{BB962C8B-B14F-4D97-AF65-F5344CB8AC3E}">
        <p14:creationId xmlns:p14="http://schemas.microsoft.com/office/powerpoint/2010/main" val="1549337423"/>
      </p:ext>
    </p:extLst>
  </p:cSld>
  <p:clrMapOvr>
    <a:masterClrMapping/>
  </p:clrMapOvr>
  <p:transition spd="slow"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01" y="210312"/>
            <a:ext cx="8569797" cy="4095750"/>
          </a:xfrm>
        </p:spPr>
        <p:txBody>
          <a:bodyPr/>
          <a:lstStyle>
            <a:lvl1pPr>
              <a:defRPr sz="8596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76697187-0170-8894-23C9-28F80A0C3B2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0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C591478-AD3F-2EF7-29A4-36A887DC195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6" y="6402118"/>
            <a:ext cx="2477765" cy="190500"/>
          </a:xfrm>
        </p:spPr>
        <p:txBody>
          <a:bodyPr/>
          <a:lstStyle/>
          <a:p>
            <a:r>
              <a:rPr lang="en-US" dirty="0"/>
              <a:t>IBM Security / For IBM and Business Partner Use Only</a:t>
            </a:r>
          </a:p>
        </p:txBody>
      </p:sp>
    </p:spTree>
    <p:extLst>
      <p:ext uri="{BB962C8B-B14F-4D97-AF65-F5344CB8AC3E}">
        <p14:creationId xmlns:p14="http://schemas.microsoft.com/office/powerpoint/2010/main" val="4153049590"/>
      </p:ext>
    </p:extLst>
  </p:cSld>
  <p:clrMapOvr>
    <a:masterClrMapping/>
  </p:clrMapOvr>
  <p:transition spd="slow"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8000" y="1714500"/>
            <a:ext cx="2477765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4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6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4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6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4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6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04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06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10" indent="-91404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78A9E4F-B41B-2A68-ED74-D619432AAB2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0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BB77C83-5304-5E09-3590-D4337DA42A4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6" y="6402118"/>
            <a:ext cx="2477765" cy="190500"/>
          </a:xfrm>
        </p:spPr>
        <p:txBody>
          <a:bodyPr/>
          <a:lstStyle/>
          <a:p>
            <a:r>
              <a:rPr lang="en-US" dirty="0"/>
              <a:t>IBM Security / For IBM and Business Partner Use Only</a:t>
            </a:r>
          </a:p>
        </p:txBody>
      </p:sp>
    </p:spTree>
    <p:extLst>
      <p:ext uri="{BB962C8B-B14F-4D97-AF65-F5344CB8AC3E}">
        <p14:creationId xmlns:p14="http://schemas.microsoft.com/office/powerpoint/2010/main" val="1231003636"/>
      </p:ext>
    </p:extLst>
  </p:cSld>
  <p:clrMapOvr>
    <a:masterClrMapping/>
  </p:clrMapOvr>
  <p:transition spd="slow"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Eyebrow and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763524"/>
            <a:ext cx="5521401" cy="984244"/>
          </a:xfrm>
        </p:spPr>
        <p:txBody>
          <a:bodyPr rIns="457200">
            <a:spAutoFit/>
          </a:bodyPr>
          <a:lstStyle>
            <a:lvl1pPr>
              <a:lnSpc>
                <a:spcPct val="100000"/>
              </a:lnSpc>
              <a:defRPr sz="3198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IBM Security / For IBM and Business Partner Use Only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99" y="288036"/>
            <a:ext cx="5520702" cy="224028"/>
          </a:xfrm>
        </p:spPr>
        <p:txBody>
          <a:bodyPr>
            <a:spAutoFit/>
          </a:bodyPr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8351E8F-C586-866F-37A3-340B3DD347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0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5154716"/>
      </p:ext>
    </p:extLst>
  </p:cSld>
  <p:clrMapOvr>
    <a:masterClrMapping/>
  </p:clrMapOvr>
  <p:transition spd="slow"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000" y="192024"/>
            <a:ext cx="2477765" cy="1429544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3198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3198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3198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3198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8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28522" y="284957"/>
            <a:ext cx="2476178" cy="5715794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22" indent="-73122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46" indent="-73122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368" indent="-73122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IBM Security / For IBM and Business Partner Use Only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0270476-9FE1-F85E-6F9B-322B184D8FC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0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2840163"/>
      </p:ext>
    </p:extLst>
  </p:cSld>
  <p:clrMapOvr>
    <a:masterClrMapping/>
  </p:clrMapOvr>
  <p:transition spd="slow">
    <p:fad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00" y="210312"/>
            <a:ext cx="8569797" cy="4095750"/>
          </a:xfrm>
        </p:spPr>
        <p:txBody>
          <a:bodyPr/>
          <a:lstStyle>
            <a:lvl1pPr>
              <a:defRPr sz="8598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76697187-0170-8894-23C9-28F80A0C3B2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C591478-AD3F-2EF7-29A4-36A887DC195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r>
              <a:rPr lang="en-US" dirty="0"/>
              <a:t>IBM Security / For IBM and Business Partner Use Only</a:t>
            </a:r>
          </a:p>
        </p:txBody>
      </p:sp>
    </p:spTree>
    <p:extLst>
      <p:ext uri="{BB962C8B-B14F-4D97-AF65-F5344CB8AC3E}">
        <p14:creationId xmlns:p14="http://schemas.microsoft.com/office/powerpoint/2010/main" val="2573609653"/>
      </p:ext>
    </p:extLst>
  </p:cSld>
  <p:clrMapOvr>
    <a:masterClrMapping/>
  </p:clrMapOvr>
  <p:transition spd="slow"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78A9E4F-B41B-2A68-ED74-D619432AAB2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BB77C83-5304-5E09-3590-D4337DA42A4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r>
              <a:rPr lang="en-US" dirty="0"/>
              <a:t>IBM Security / For IBM and Business Partner Use Only</a:t>
            </a:r>
          </a:p>
        </p:txBody>
      </p:sp>
    </p:spTree>
    <p:extLst>
      <p:ext uri="{BB962C8B-B14F-4D97-AF65-F5344CB8AC3E}">
        <p14:creationId xmlns:p14="http://schemas.microsoft.com/office/powerpoint/2010/main" val="1056554221"/>
      </p:ext>
    </p:extLst>
  </p:cSld>
  <p:clrMapOvr>
    <a:masterClrMapping/>
  </p:clrMapOvr>
  <p:transition spd="slow">
    <p:fad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yebrow and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763524"/>
            <a:ext cx="5521401" cy="984629"/>
          </a:xfrm>
        </p:spPr>
        <p:txBody>
          <a:bodyPr rIns="457200">
            <a:spAutoFit/>
          </a:bodyPr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IBM Security / For IBM and Business Partner Use Only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99" y="288036"/>
            <a:ext cx="5520702" cy="224028"/>
          </a:xfrm>
        </p:spPr>
        <p:txBody>
          <a:bodyPr>
            <a:spAutoFit/>
          </a:bodyPr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8351E8F-C586-866F-37A3-340B3DD347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208587"/>
      </p:ext>
    </p:extLst>
  </p:cSld>
  <p:clrMapOvr>
    <a:masterClrMapping/>
  </p:clrMapOvr>
  <p:transition spd="slow">
    <p:fad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7999" y="192024"/>
            <a:ext cx="2477765" cy="1429544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28522" y="284957"/>
            <a:ext cx="2476178" cy="5715794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dirty="0"/>
              <a:t>IBM Security / For IBM and Business Partner Use Only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0270476-9FE1-F85E-6F9B-322B184D8FC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3977404"/>
      </p:ext>
    </p:extLst>
  </p:cSld>
  <p:clrMapOvr>
    <a:masterClrMapping/>
  </p:clrMapOvr>
  <p:transition spd="slow">
    <p:fad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232004" y="3084230"/>
            <a:ext cx="1727991" cy="689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9586083"/>
      </p:ext>
    </p:extLst>
  </p:cSld>
  <p:clrMapOvr>
    <a:masterClrMapping/>
  </p:clrMapOvr>
  <p:transition spd="slow">
    <p:fad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192024"/>
            <a:ext cx="5524575" cy="2286794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328417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362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049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6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30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894" indent="-127964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 dirty="0"/>
              <a:t>IBM Confidential Until Launch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0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1715871"/>
      </p:ext>
    </p:extLst>
  </p:cSld>
  <p:clrMapOvr>
    <a:masterClrMapping/>
  </p:clrMapOvr>
  <p:transition spd="med"/>
  <p:hf sldNum="0" hd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Large 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 dirty="0"/>
              <a:t>IBM Security | </a:t>
            </a:r>
            <a:r>
              <a:rPr lang="en-US" dirty="0" err="1"/>
              <a:t>QRadar</a:t>
            </a:r>
            <a:r>
              <a:rPr lang="en-US" dirty="0"/>
              <a:t> XDR | © 2023 IBM Corporation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8351E8F-C586-866F-37A3-340B3DD347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7911" y="6469421"/>
            <a:ext cx="136791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A09B7079-DD98-3EE7-22A9-48AABC5BC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37919465"/>
      </p:ext>
    </p:extLst>
  </p:cSld>
  <p:clrMapOvr>
    <a:masterClrMapping/>
  </p:clrMapOvr>
  <p:transition spd="slow">
    <p:fade/>
  </p:transition>
  <p:hf hd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1" y="192024"/>
            <a:ext cx="5524575" cy="2286794"/>
          </a:xfrm>
        </p:spPr>
        <p:txBody>
          <a:bodyPr/>
          <a:lstStyle>
            <a:lvl1pPr>
              <a:lnSpc>
                <a:spcPct val="100000"/>
              </a:lnSpc>
              <a:defRPr sz="4297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A09496-D938-6EB1-106C-48C5E423EA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8527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7879206"/>
      </p:ext>
    </p:extLst>
  </p:cSld>
  <p:clrMapOvr>
    <a:masterClrMapping/>
  </p:clrMapOvr>
  <p:transition spd="slow">
    <p:fade/>
  </p:transition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1" y="856059"/>
            <a:ext cx="2477765" cy="2286794"/>
          </a:xfrm>
        </p:spPr>
        <p:txBody>
          <a:bodyPr/>
          <a:lstStyle>
            <a:lvl1pPr>
              <a:lnSpc>
                <a:spcPct val="100000"/>
              </a:lnSpc>
              <a:defRPr sz="2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0919" y="284957"/>
            <a:ext cx="2476178" cy="5715794"/>
          </a:xfrm>
        </p:spPr>
        <p:txBody>
          <a:bodyPr/>
          <a:lstStyle>
            <a:lvl1pPr defTabSz="580296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296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296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296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296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430110" y="284957"/>
            <a:ext cx="2474590" cy="5715794"/>
          </a:xfrm>
        </p:spPr>
        <p:txBody>
          <a:bodyPr/>
          <a:lstStyle>
            <a:lvl1pPr defTabSz="580296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296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296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296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296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7" y="6402118"/>
            <a:ext cx="2477765" cy="190500"/>
          </a:xfrm>
        </p:spPr>
        <p:txBody>
          <a:bodyPr/>
          <a:lstStyle/>
          <a:p>
            <a:r>
              <a:rPr lang="en-US"/>
              <a:t>IBM Security / For IBM and Business Partner Use Only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5721A43-8218-CDEA-AAE4-D824792ACE2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87999" y="288036"/>
            <a:ext cx="5049180" cy="285750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2421188"/>
      </p:ext>
    </p:extLst>
  </p:cSld>
  <p:clrMapOvr>
    <a:masterClrMapping/>
  </p:clrMapOvr>
  <p:transition spd="slow"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02" y="210312"/>
            <a:ext cx="8569797" cy="4095750"/>
          </a:xfrm>
        </p:spPr>
        <p:txBody>
          <a:bodyPr/>
          <a:lstStyle>
            <a:lvl1pPr>
              <a:defRPr sz="8594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76697187-0170-8894-23C9-28F80A0C3B2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C591478-AD3F-2EF7-29A4-36A887DC195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7" y="6402118"/>
            <a:ext cx="2477765" cy="190500"/>
          </a:xfrm>
        </p:spPr>
        <p:txBody>
          <a:bodyPr/>
          <a:lstStyle/>
          <a:p>
            <a:r>
              <a:rPr lang="en-US"/>
              <a:t>IBM Security / For IBM and Business Partner Use Only</a:t>
            </a:r>
          </a:p>
        </p:txBody>
      </p:sp>
    </p:spTree>
    <p:extLst>
      <p:ext uri="{BB962C8B-B14F-4D97-AF65-F5344CB8AC3E}">
        <p14:creationId xmlns:p14="http://schemas.microsoft.com/office/powerpoint/2010/main" val="1083011172"/>
      </p:ext>
    </p:extLst>
  </p:cSld>
  <p:clrMapOvr>
    <a:masterClrMapping/>
  </p:clrMapOvr>
  <p:transition spd="slow"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8001" y="1714500"/>
            <a:ext cx="2477765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386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769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155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386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769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155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386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769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155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386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769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155" indent="-91386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78A9E4F-B41B-2A68-ED74-D619432AAB2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BB77C83-5304-5E09-3590-D4337DA42A4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7" y="6402118"/>
            <a:ext cx="2477765" cy="190500"/>
          </a:xfrm>
        </p:spPr>
        <p:txBody>
          <a:bodyPr/>
          <a:lstStyle/>
          <a:p>
            <a:r>
              <a:rPr lang="en-US"/>
              <a:t>IBM Security / For IBM and Business Partner Use Only</a:t>
            </a:r>
          </a:p>
        </p:txBody>
      </p:sp>
    </p:spTree>
    <p:extLst>
      <p:ext uri="{BB962C8B-B14F-4D97-AF65-F5344CB8AC3E}">
        <p14:creationId xmlns:p14="http://schemas.microsoft.com/office/powerpoint/2010/main" val="2447341984"/>
      </p:ext>
    </p:extLst>
  </p:cSld>
  <p:clrMapOvr>
    <a:masterClrMapping/>
  </p:clrMapOvr>
  <p:transition spd="slow"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Eyebrow and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1" y="763524"/>
            <a:ext cx="5521401" cy="983987"/>
          </a:xfrm>
        </p:spPr>
        <p:txBody>
          <a:bodyPr rIns="457200">
            <a:spAutoFit/>
          </a:bodyPr>
          <a:lstStyle>
            <a:lvl1pPr>
              <a:lnSpc>
                <a:spcPct val="100000"/>
              </a:lnSpc>
              <a:defRPr sz="3197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IBM Security / For IBM and Business Partner Use Only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99" y="288036"/>
            <a:ext cx="5520702" cy="224028"/>
          </a:xfrm>
        </p:spPr>
        <p:txBody>
          <a:bodyPr>
            <a:spAutoFit/>
          </a:bodyPr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8351E8F-C586-866F-37A3-340B3DD347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8190987"/>
      </p:ext>
    </p:extLst>
  </p:cSld>
  <p:clrMapOvr>
    <a:masterClrMapping/>
  </p:clrMapOvr>
  <p:transition spd="slow">
    <p:fade/>
  </p:transition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001" y="192024"/>
            <a:ext cx="2477765" cy="1429544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3197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3197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3197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3197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7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28522" y="284957"/>
            <a:ext cx="2476178" cy="5715794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07" indent="-7310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17" indent="-7310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324" indent="-7310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IBM Security / For IBM and Business Partner Use Only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0270476-9FE1-F85E-6F9B-322B184D8FC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1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4553497"/>
      </p:ext>
    </p:extLst>
  </p:cSld>
  <p:clrMapOvr>
    <a:masterClrMapping/>
  </p:clrMapOvr>
  <p:transition spd="slow"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19" y="285750"/>
            <a:ext cx="5520847" cy="6289332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5C99EA1F-50F2-8D44-9784-4C9D555553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0006" y="6288882"/>
            <a:ext cx="769062" cy="286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22CE22-4A72-C394-2534-3F9CEE59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55575"/>
            <a:ext cx="5049878" cy="5178425"/>
          </a:xfrm>
        </p:spPr>
        <p:txBody>
          <a:bodyPr/>
          <a:lstStyle>
            <a:lvl1pPr>
              <a:lnSpc>
                <a:spcPct val="100000"/>
              </a:lnSpc>
              <a:defRPr sz="4199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376535"/>
      </p:ext>
    </p:extLst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048544"/>
          </a:xfrm>
        </p:spPr>
        <p:txBody>
          <a:bodyPr/>
          <a:lstStyle>
            <a:lvl1pPr>
              <a:lnSpc>
                <a:spcPct val="110000"/>
              </a:lnSpc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714500"/>
            <a:ext cx="2477765" cy="20002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 descr="Vertical column divider">
            <a:extLst>
              <a:ext uri="{FF2B5EF4-FFF2-40B4-BE49-F238E27FC236}">
                <a16:creationId xmlns:a16="http://schemas.microsoft.com/office/drawing/2014/main" id="{4D695107-5427-4D2D-F88F-89BA74127CBF}"/>
              </a:ext>
            </a:extLst>
          </p:cNvPr>
          <p:cNvCxnSpPr/>
          <p:nvPr userDrawn="1"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Picture Placeholder 13" descr="Place pictogram here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33316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8" name="Straight Connector 17" descr="Vertical column divider">
            <a:extLst>
              <a:ext uri="{FF2B5EF4-FFF2-40B4-BE49-F238E27FC236}">
                <a16:creationId xmlns:a16="http://schemas.microsoft.com/office/drawing/2014/main" id="{43B07B4A-5DB5-8126-EA79-502787053E82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Picture Placeholder 13" descr="Place pictogram here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7345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185" y="1714500"/>
            <a:ext cx="247073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D829559-0A72-8826-E06A-C6CCD39750A4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Picture Placeholder 13" descr="Place pictogram here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428522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1714500"/>
            <a:ext cx="2476177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782CF-665F-3C56-698C-16112EB19B2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2A45AB7-102C-FBDF-94FD-99783B6A5A1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7411389"/>
      </p:ext>
    </p:extLst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01624C-6457-D753-E522-B70AFE53D5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599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79D50C-2703-5360-6A8B-31FF6834EB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109" indent="0" algn="ctr">
              <a:buNone/>
              <a:defRPr sz="2000"/>
            </a:lvl2pPr>
            <a:lvl3pPr marL="914217" indent="0" algn="ctr">
              <a:buNone/>
              <a:defRPr sz="1800"/>
            </a:lvl3pPr>
            <a:lvl4pPr marL="1371326" indent="0" algn="ctr">
              <a:buNone/>
              <a:defRPr sz="1600"/>
            </a:lvl4pPr>
            <a:lvl5pPr marL="1828434" indent="0" algn="ctr">
              <a:buNone/>
              <a:defRPr sz="1600"/>
            </a:lvl5pPr>
            <a:lvl6pPr marL="2285543" indent="0" algn="ctr">
              <a:buNone/>
              <a:defRPr sz="1600"/>
            </a:lvl6pPr>
            <a:lvl7pPr marL="2742651" indent="0" algn="ctr">
              <a:buNone/>
              <a:defRPr sz="1600"/>
            </a:lvl7pPr>
            <a:lvl8pPr marL="3199760" indent="0" algn="ctr">
              <a:buNone/>
              <a:defRPr sz="1600"/>
            </a:lvl8pPr>
            <a:lvl9pPr marL="3656868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17D93D-8F76-6B4D-98F5-B56527389A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363CB0-67AE-D446-85BD-0BC988321D20}" type="datetimeFigureOut">
              <a:rPr lang="en-US" smtClean="0"/>
              <a:t>5/20/26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997766-616C-18DA-247B-6A38072881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C3E1A8-00B6-62B0-328C-06350819C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E9CFB7B-1A61-8C42-8CCF-41DC2BF3035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516413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000" y="763524"/>
            <a:ext cx="5521401" cy="1138428"/>
          </a:xfrm>
        </p:spPr>
        <p:txBody>
          <a:bodyPr rIns="457200"/>
          <a:lstStyle>
            <a:lvl1pPr>
              <a:lnSpc>
                <a:spcPct val="110000"/>
              </a:lnSpc>
              <a:defRPr sz="3198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4957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64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30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94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4957"/>
            <a:ext cx="2479352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64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30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94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64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30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94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8522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64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30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894" indent="-127964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8000" y="288036"/>
            <a:ext cx="2477765" cy="224028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8351E8F-C586-866F-37A3-340B3DD347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20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517851"/>
      </p:ext>
    </p:extLst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 descr="Place imagery here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20" y="285750"/>
            <a:ext cx="5520847" cy="6289332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pic>
        <p:nvPicPr>
          <p:cNvPr id="3" name="Picture 2" descr="IBM 8-bar logo">
            <a:extLst>
              <a:ext uri="{FF2B5EF4-FFF2-40B4-BE49-F238E27FC236}">
                <a16:creationId xmlns:a16="http://schemas.microsoft.com/office/drawing/2014/main" id="{5C99EA1F-50F2-8D44-9784-4C9D5555535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90006" y="6288882"/>
            <a:ext cx="769062" cy="28620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EC22CE22-4A72-C394-2534-3F9CEE5942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63" y="155575"/>
            <a:ext cx="5049878" cy="5178425"/>
          </a:xfrm>
        </p:spPr>
        <p:txBody>
          <a:bodyPr/>
          <a:lstStyle>
            <a:lvl1pPr>
              <a:lnSpc>
                <a:spcPct val="100000"/>
              </a:lnSpc>
              <a:defRPr sz="4198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806394"/>
      </p:ext>
    </p:extLst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EA7055A2-0B5C-73F2-C2DB-FC7245A7AB3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0007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314404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D404A9AD-5866-6BA4-C928-31A5F88EF1E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6044184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D4A8A02-E5FB-018D-1574-2015680C3A0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5316" y="6042370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8F6040-10C6-A4A5-7C1E-09A9F553C05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8525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3979739"/>
      </p:ext>
    </p:extLst>
  </p:cSld>
  <p:clrMapOvr>
    <a:masterClrMapping/>
  </p:clrMapOvr>
  <p:transition spd="med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8D23798D-A03E-2BC6-136A-14C1E387E723}"/>
              </a:ext>
            </a:extLst>
          </p:cNvPr>
          <p:cNvSpPr/>
          <p:nvPr userDrawn="1"/>
        </p:nvSpPr>
        <p:spPr bwMode="auto">
          <a:xfrm>
            <a:off x="0" y="0"/>
            <a:ext cx="12192000" cy="6000750"/>
          </a:xfrm>
          <a:prstGeom prst="rect">
            <a:avLst/>
          </a:prstGeom>
          <a:solidFill>
            <a:srgbClr val="E5F6FF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45714" tIns="45714" rIns="45714" bIns="45714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457109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</a:pPr>
            <a:endParaRPr kumimoji="0" lang="en-US" sz="7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+mn-lt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4575" cy="228679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28CADC67-06E4-9D0B-7A49-159C1E99D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6044184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6BAFC6AD-C46B-8438-C789-096006859E4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5316" y="6042370"/>
            <a:ext cx="2468622" cy="5715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D12723-D775-EE21-95A9-8E6D8BA4DC28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8525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573263"/>
      </p:ext>
    </p:extLst>
  </p:cSld>
  <p:clrMapOvr>
    <a:masterClrMapping/>
  </p:clrMapOvr>
  <p:transition spd="med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4575" cy="2286794"/>
          </a:xfrm>
        </p:spPr>
        <p:txBody>
          <a:bodyPr/>
          <a:lstStyle>
            <a:lvl1pPr>
              <a:lnSpc>
                <a:spcPct val="100000"/>
              </a:lnSpc>
              <a:defRPr sz="4299"/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A09496-D938-6EB1-106C-48C5E423EAB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8525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9215066"/>
      </p:ext>
    </p:extLst>
  </p:cSld>
  <p:clrMapOvr>
    <a:masterClrMapping/>
  </p:clrMapOvr>
  <p:transition spd="med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plain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228679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3A2629C-3C99-5809-3D6C-46ACEB922F7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87998" y="6231636"/>
            <a:ext cx="5524575" cy="381000"/>
          </a:xfrm>
        </p:spPr>
        <p:txBody>
          <a:bodyPr anchor="b"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C5E26C6-9CEF-2A61-0C64-FAACB68F53D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138525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8170411"/>
      </p:ext>
    </p:extLst>
  </p:cSld>
  <p:clrMapOvr>
    <a:masterClrMapping/>
  </p:clrMapOvr>
  <p:transition spd="med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19" y="284956"/>
            <a:ext cx="5523781" cy="6287294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049878" cy="523954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35CD4FC-3A11-28F6-09EF-9089FE9596B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8888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272009"/>
      </p:ext>
    </p:extLst>
  </p:cSld>
  <p:clrMapOvr>
    <a:masterClrMapping/>
  </p:clrMapOvr>
  <p:transition spd="med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, imagery, half, business uni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9CD5B627-E439-376E-A00C-87BAFF059FD8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6380919" y="284956"/>
            <a:ext cx="5523781" cy="6287294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3A412C-EE28-6248-612D-41BAAD7F0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763524"/>
            <a:ext cx="5049180" cy="4668838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76E74B7-8F2A-46A5-97C4-76677246CFA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288036"/>
            <a:ext cx="5049180" cy="285750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/>
            </a:lvl2pPr>
            <a:lvl3pPr>
              <a:spcBef>
                <a:spcPts val="0"/>
              </a:spcBef>
              <a:defRPr/>
            </a:lvl3pPr>
            <a:lvl4pPr>
              <a:spcBef>
                <a:spcPts val="0"/>
              </a:spcBef>
              <a:defRPr/>
            </a:lvl4pPr>
            <a:lvl5pPr>
              <a:spcBef>
                <a:spcPts val="0"/>
              </a:spcBef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EE0A3D1-7815-E46E-77D1-E2DC099B47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88888" y="6263482"/>
            <a:ext cx="819043" cy="304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1683366"/>
      </p:ext>
    </p:extLst>
  </p:cSld>
  <p:clrMapOvr>
    <a:masterClrMapping/>
  </p:clrMapOvr>
  <p:transition spd="med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2477765" cy="2286794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75443B4-0187-FC99-0FDE-8EB191B6CEF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0919" y="284957"/>
            <a:ext cx="2476178" cy="5715794"/>
          </a:xfrm>
        </p:spPr>
        <p:txBody>
          <a:bodyPr/>
          <a:lstStyle>
            <a:lvl1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5A647AD3-098B-D1AB-C8D8-463E38402F9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9430110" y="284957"/>
            <a:ext cx="2474590" cy="5715794"/>
          </a:xfrm>
        </p:spPr>
        <p:txBody>
          <a:bodyPr/>
          <a:lstStyle>
            <a:lvl1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 defTabSz="580528"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D5D1D2A7-CF30-5698-14FC-F71CB82D5B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028AA764-A00C-AFFF-7F3F-49A733DCD47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7456999"/>
      </p:ext>
    </p:extLst>
  </p:cSld>
  <p:clrMapOvr>
    <a:masterClrMapping/>
  </p:clrMapOvr>
  <p:transition spd="med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192024"/>
            <a:ext cx="5524575" cy="1429544"/>
          </a:xfrm>
        </p:spPr>
        <p:txBody>
          <a:bodyPr rIns="457200"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A4B74093-A800-CB62-8607-A04D569204E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289B0F8-E9A7-CF76-E87F-8D4302E8DA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089374"/>
      </p:ext>
    </p:extLst>
  </p:cSld>
  <p:clrMapOvr>
    <a:masterClrMapping/>
  </p:clrMapOvr>
  <p:transition spd="med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tex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3C7EC0-4BFB-A603-5703-0D692C626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300" y="210312"/>
            <a:ext cx="8569797" cy="4095750"/>
          </a:xfrm>
        </p:spPr>
        <p:txBody>
          <a:bodyPr/>
          <a:lstStyle>
            <a:lvl1pPr>
              <a:defRPr sz="8598" b="0" i="0">
                <a:solidFill>
                  <a:schemeClr val="tx2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76697187-0170-8894-23C9-28F80A0C3B2B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BC591478-AD3F-2EF7-29A4-36A887DC195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175331"/>
      </p:ext>
    </p:extLst>
  </p:cSld>
  <p:clrMapOvr>
    <a:masterClrMapping/>
  </p:clrMapOvr>
  <p:transition spd="med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headli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4953942" cy="1429544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4631A-4ED7-F527-1CBC-9AF7BE2CB67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382795" y="224028"/>
            <a:ext cx="5520318" cy="4287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 marL="292549" indent="-292549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2pPr>
            <a:lvl3pPr marL="548530" indent="-292549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3pPr>
            <a:lvl4pPr marL="877648"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C82E6DCD-41A5-9DA3-C061-E8DA39B9905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7BE5947E-6D4A-9E09-E5A6-D31DBCAEE2C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1583929"/>
      </p:ext>
    </p:extLst>
  </p:cSld>
  <p:clrMapOvr>
    <a:masterClrMapping/>
  </p:clrMapOvr>
  <p:transition spd="med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llout, stand-alon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B36957-63E4-1587-AB6D-C18AE4E04D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210312"/>
            <a:ext cx="7330121" cy="485854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Slide Number">
            <a:extLst>
              <a:ext uri="{FF2B5EF4-FFF2-40B4-BE49-F238E27FC236}">
                <a16:creationId xmlns:a16="http://schemas.microsoft.com/office/drawing/2014/main" id="{12510822-3D1B-0CFC-3FF0-1E55DA550F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1FCFA7EA-8E9F-E01B-AB9C-B7BE7D3D11E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6665204"/>
      </p:ext>
    </p:extLst>
  </p:cSld>
  <p:clrMapOvr>
    <a:masterClrMapping/>
  </p:clrMapOvr>
  <p:transition spd="med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B20D7FD-6784-59C5-938D-4728A153F52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87998" y="4649724"/>
            <a:ext cx="5524575" cy="177165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12897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↗︎00M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F395CBF-E65B-9A42-BAE5-C2B2BD9B7BD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380919" y="4648200"/>
            <a:ext cx="5523781" cy="1771650"/>
          </a:xfrm>
        </p:spPr>
        <p:txBody>
          <a:bodyPr anchor="b"/>
          <a:lstStyle>
            <a:lvl1pPr>
              <a:lnSpc>
                <a:spcPct val="90000"/>
              </a:lnSpc>
              <a:spcBef>
                <a:spcPts val="0"/>
              </a:spcBef>
              <a:defRPr sz="12897" b="0" i="0">
                <a:solidFill>
                  <a:schemeClr val="accent1"/>
                </a:solidFill>
                <a:latin typeface="IBM Plex Sans ExtLt" panose="020B0303050203000203" pitchFamily="34" charset="0"/>
              </a:defRPr>
            </a:lvl1pPr>
          </a:lstStyle>
          <a:p>
            <a:r>
              <a:rPr lang="en-US"/>
              <a:t>+00%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A7285B0-4A1E-8885-0C0E-77D0ECA9CAC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0919" y="288036"/>
            <a:ext cx="3809504" cy="3144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D5E03B0-C633-E81D-0D42-3FCCAFD64B0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288036"/>
            <a:ext cx="3811091" cy="314404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C44518A-7FBB-67DA-E35B-8BC0AAFC6062}"/>
              </a:ext>
            </a:extLst>
          </p:cNvPr>
          <p:cNvCxnSpPr/>
          <p:nvPr userDrawn="1"/>
        </p:nvCxnSpPr>
        <p:spPr bwMode="auto">
          <a:xfrm>
            <a:off x="609600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Slide Number">
            <a:extLst>
              <a:ext uri="{FF2B5EF4-FFF2-40B4-BE49-F238E27FC236}">
                <a16:creationId xmlns:a16="http://schemas.microsoft.com/office/drawing/2014/main" id="{160DC6C8-AF18-F14B-A164-C49B271F59A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8F3E002C-97C5-3260-CB49-7E93DF3397C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851380"/>
      </p:ext>
    </p:extLst>
  </p:cSld>
  <p:clrMapOvr>
    <a:masterClrMapping/>
  </p:clrMapOvr>
  <p:transition spd="med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vertic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83301" y="213241"/>
            <a:ext cx="2474590" cy="953294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9428523" y="214827"/>
            <a:ext cx="2474590" cy="951707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214884"/>
            <a:ext cx="2475384" cy="953956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42954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021388"/>
            <a:ext cx="2475384" cy="5715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166534"/>
            <a:ext cx="2475384" cy="483652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167327"/>
            <a:ext cx="2476178" cy="483342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166533"/>
            <a:ext cx="2476178" cy="4833423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5A7B871-06B9-0A3F-4D1D-A14D572C268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15DBF980-9C8F-3F7A-E896-C207BA2781B7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55716"/>
      </p:ext>
    </p:extLst>
  </p:cSld>
  <p:clrMapOvr>
    <a:masterClrMapping/>
  </p:clrMapOvr>
  <p:transition spd="med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2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D81813D-DA09-FCA0-D570-1E2D428C59E9}"/>
              </a:ext>
            </a:extLst>
          </p:cNvPr>
          <p:cNvCxnSpPr/>
          <p:nvPr userDrawn="1"/>
        </p:nvCxnSpPr>
        <p:spPr bwMode="auto">
          <a:xfrm>
            <a:off x="284126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D4B48808-B77B-7E67-E7EA-BCC945D4D5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300" y="201168"/>
            <a:ext cx="2474590" cy="2667794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1pPr>
          </a:lstStyle>
          <a:p>
            <a:r>
              <a:rPr lang="en-US"/>
              <a:t>+000%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378CF2-9CD6-2749-A489-08A4608D0BD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201168"/>
            <a:ext cx="5523781" cy="2667794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1pPr>
            <a:lvl2pPr marL="393113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2pPr>
            <a:lvl3pPr marL="749658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3pPr>
            <a:lvl4pPr marL="1142771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16C1F9D-1D2C-5BDA-E821-35CB4A8708F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287300" y="3238500"/>
            <a:ext cx="2474590" cy="2667000"/>
          </a:xfrm>
        </p:spPr>
        <p:txBody>
          <a:bodyPr/>
          <a:lstStyle>
            <a:lvl1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1pPr>
            <a:lvl2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2pPr>
            <a:lvl3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3pPr>
            <a:lvl4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4pPr>
            <a:lvl5pPr>
              <a:lnSpc>
                <a:spcPct val="100000"/>
              </a:lnSpc>
              <a:defRPr sz="4299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+000M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C97FE8A-75E3-6FC8-02DD-50E0A4C8C95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3316" y="3238500"/>
            <a:ext cx="5523781" cy="2667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1pPr>
            <a:lvl2pPr marL="393113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2pPr>
            <a:lvl3pPr marL="749658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3pPr>
            <a:lvl4pPr marL="1142771" indent="-393113"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42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B3EE9E1A-5619-752E-836B-A127FD2C7D7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0837D060-1DA4-2AC5-AC63-E1AFDD16370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132170"/>
      </p:ext>
    </p:extLst>
  </p:cSld>
  <p:clrMapOvr>
    <a:masterClrMapping/>
  </p:clrMapOvr>
  <p:transition spd="med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ata, 3 callouts, horizont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87931BB-B3EF-829C-B354-B048514D5138}"/>
              </a:ext>
            </a:extLst>
          </p:cNvPr>
          <p:cNvCxnSpPr/>
          <p:nvPr userDrawn="1"/>
        </p:nvCxnSpPr>
        <p:spPr bwMode="auto">
          <a:xfrm>
            <a:off x="3333316" y="4095750"/>
            <a:ext cx="85713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1103109C-6DA9-8F27-B4B1-EE276442E489}"/>
              </a:ext>
            </a:extLst>
          </p:cNvPr>
          <p:cNvCxnSpPr/>
          <p:nvPr userDrawn="1"/>
        </p:nvCxnSpPr>
        <p:spPr bwMode="auto">
          <a:xfrm>
            <a:off x="3333316" y="2000250"/>
            <a:ext cx="857138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BBB79390-98CC-5F62-D373-F6646F767DD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33316" y="205740"/>
            <a:ext cx="2475384" cy="1429544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  <a:lvl2pPr marL="0" indent="0">
              <a:buNone/>
              <a:defRPr/>
            </a:lvl2pPr>
          </a:lstStyle>
          <a:p>
            <a:r>
              <a:rPr lang="en-US"/>
              <a:t>00%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26D02D-89A9-0455-FACB-7B6D03346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42954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7E465D-4B5F-2DAE-57C4-590983308A9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021388"/>
            <a:ext cx="2475384" cy="571500"/>
          </a:xfrm>
        </p:spPr>
        <p:txBody>
          <a:bodyPr anchor="b"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DDE7F16-A938-0D17-3BFA-034F142A808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288036"/>
            <a:ext cx="3809504" cy="1429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3F3FD8FB-143C-CB66-123C-0495EB1C33B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2190750"/>
            <a:ext cx="3809504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A1063D1-FD79-491C-791B-87858EA0CB8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4286250"/>
            <a:ext cx="3809504" cy="14287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3516E6B1-7020-1EA5-CDD4-B1FC6CE2740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33316" y="2093976"/>
            <a:ext cx="2475384" cy="1428753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AC11D906-6DD0-910D-48BA-0C197C90AA4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33317" y="4201668"/>
            <a:ext cx="2475383" cy="1428753"/>
          </a:xfrm>
        </p:spPr>
        <p:txBody>
          <a:bodyPr/>
          <a:lstStyle>
            <a:lvl1pPr>
              <a:lnSpc>
                <a:spcPct val="90000"/>
              </a:lnSpc>
              <a:defRPr sz="6499">
                <a:solidFill>
                  <a:schemeClr val="accent1"/>
                </a:solidFill>
              </a:defRPr>
            </a:lvl1pPr>
          </a:lstStyle>
          <a:p>
            <a:r>
              <a:rPr lang="en-US"/>
              <a:t>00%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022EFDDC-A614-EFF6-CE30-E60F4DB9F755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5C67502-D618-DC10-9CCC-905693ABB58E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1626854"/>
      </p:ext>
    </p:extLst>
  </p:cSld>
  <p:clrMapOvr>
    <a:masterClrMapping/>
  </p:clrMapOvr>
  <p:transition spd="med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 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C17B282-9F6A-839A-442D-69BC9DF3749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E78A9E4F-B41B-2A68-ED74-D619432AAB2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FBB77C83-5304-5E09-3590-D4337DA42A40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8452"/>
      </p:ext>
    </p:extLst>
  </p:cSld>
  <p:clrMapOvr>
    <a:masterClrMapping/>
  </p:clrMapOvr>
  <p:transition spd="med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short divide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3316" y="288036"/>
            <a:ext cx="2477765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1239EA8E-6B4C-405F-E7F6-ABB450E0710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289681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ABAB2974-AD95-0BF2-C41A-265AEF03B4F7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1714500"/>
            <a:ext cx="0" cy="42862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DB8CB8D-C4DB-E357-4948-59CD6A18A9DC}"/>
              </a:ext>
            </a:extLst>
          </p:cNvPr>
          <p:cNvCxnSpPr/>
          <p:nvPr userDrawn="1"/>
        </p:nvCxnSpPr>
        <p:spPr bwMode="auto">
          <a:xfrm>
            <a:off x="6093683" y="1714500"/>
            <a:ext cx="0" cy="4288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B5887E5-28C4-AA99-EBD5-E34B88F46F25}"/>
              </a:ext>
            </a:extLst>
          </p:cNvPr>
          <p:cNvCxnSpPr/>
          <p:nvPr userDrawn="1"/>
        </p:nvCxnSpPr>
        <p:spPr bwMode="auto">
          <a:xfrm>
            <a:off x="9142810" y="1714500"/>
            <a:ext cx="0" cy="4288536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DB52D7E1-3828-A1B9-9239-637B1E2A543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769EE7B3-BC6A-6676-8FA2-607F9B08DA3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429242"/>
      </p:ext>
    </p:extLst>
  </p:cSld>
  <p:clrMapOvr>
    <a:masterClrMapping/>
  </p:clrMapOvr>
  <p:transition spd="med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headline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2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3316" y="288036"/>
            <a:ext cx="2477765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6EB28FF-C21F-A83D-2D19-2242B76C6B09}"/>
              </a:ext>
            </a:extLst>
          </p:cNvPr>
          <p:cNvCxnSpPr/>
          <p:nvPr userDrawn="1"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D7A0E74-695D-C6F5-07CD-01209D58A70A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9E1AC9A-B000-435B-E4BC-54B09FB7957C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B96005D4-0874-989F-217D-8A2592F81D5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Footer Placeholder 3">
            <a:extLst>
              <a:ext uri="{FF2B5EF4-FFF2-40B4-BE49-F238E27FC236}">
                <a16:creationId xmlns:a16="http://schemas.microsoft.com/office/drawing/2014/main" id="{E3F3A850-F28F-F30E-5505-EA11791B052B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284125" y="6402118"/>
            <a:ext cx="2477765" cy="190500"/>
          </a:xfr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4445774"/>
      </p:ext>
    </p:extLst>
  </p:cSld>
  <p:clrMapOvr>
    <a:masterClrMapping/>
  </p:clrMapOvr>
  <p:transition spd="med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4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34332-B5B5-4358-3C72-8B35F374A8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048544"/>
          </a:xfrm>
        </p:spPr>
        <p:txBody>
          <a:bodyPr/>
          <a:lstStyle>
            <a:lvl1pPr>
              <a:lnSpc>
                <a:spcPct val="110000"/>
              </a:lnSpc>
              <a:defRPr sz="12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9C4772-2960-241E-274D-18A4B5568DA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714500"/>
            <a:ext cx="2477765" cy="200025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27CF39F-F0FC-7815-2582-A13E0599BC2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68C92137-8AC3-46D8-C9A2-F6F058938BE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185" y="1714500"/>
            <a:ext cx="247073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AC380211-AA5F-2F8D-309F-DC766DF1EF5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1714500"/>
            <a:ext cx="2476177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637C5D5A-A533-DB2D-8BBE-C9DAA013CA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3333316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81413BEF-DDD1-548F-409B-224DE030B67E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7345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6" name="Picture Placeholder 13">
            <a:extLst>
              <a:ext uri="{FF2B5EF4-FFF2-40B4-BE49-F238E27FC236}">
                <a16:creationId xmlns:a16="http://schemas.microsoft.com/office/drawing/2014/main" id="{B37C3DBB-1177-5FC6-7F7F-E6C5931C96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428522" y="288036"/>
            <a:ext cx="607997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E782CF-665F-3C56-698C-16112EB19B2F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D695107-5427-4D2D-F88F-89BA74127CBF}"/>
              </a:ext>
            </a:extLst>
          </p:cNvPr>
          <p:cNvCxnSpPr/>
          <p:nvPr userDrawn="1"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3B07B4A-5DB5-8126-EA79-502787053E82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4D829559-0A72-8826-E06A-C6CCD39750A4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Slide Number">
            <a:extLst>
              <a:ext uri="{FF2B5EF4-FFF2-40B4-BE49-F238E27FC236}">
                <a16:creationId xmlns:a16="http://schemas.microsoft.com/office/drawing/2014/main" id="{D2A45AB7-102C-FBDF-94FD-99783B6A5A1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4081142"/>
      </p:ext>
    </p:extLst>
  </p:cSld>
  <p:clrMapOvr>
    <a:masterClrMapping/>
  </p:clrMapOvr>
  <p:transition spd="med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1 wide column, divi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2474590" cy="570706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0919" y="1714500"/>
            <a:ext cx="5047593" cy="4286250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2554" y="192024"/>
            <a:ext cx="2477765" cy="57070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>
              <a:spcBef>
                <a:spcPts val="0"/>
              </a:spcBef>
              <a:defRPr sz="1400"/>
            </a:lvl2pPr>
            <a:lvl3pPr>
              <a:spcBef>
                <a:spcPts val="0"/>
              </a:spcBef>
              <a:defRPr sz="1400"/>
            </a:lvl3pPr>
            <a:lvl4pPr>
              <a:spcBef>
                <a:spcPts val="0"/>
              </a:spcBef>
              <a:defRPr sz="1400"/>
            </a:lvl4pPr>
            <a:lvl5pPr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03B922-FA59-5165-48BF-0B57DFD66348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5C3B405E-94D1-4A09-C6BF-A66D9CBEF63D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6602717"/>
      </p:ext>
    </p:extLst>
  </p:cSld>
  <p:clrMapOvr>
    <a:masterClrMapping/>
  </p:clrMapOvr>
  <p:transition spd="med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wide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D46C39-902F-3DA0-AAF4-319DA8AE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3711980" cy="953294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ABBA43D-8D00-4EDB-B803-D1EEE6CE2CB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714500"/>
            <a:ext cx="5049180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D32DCE7C-29C5-BC86-B154-7DD0C4F055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1714500"/>
            <a:ext cx="5047593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1pPr>
            <a:lvl2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2pPr>
            <a:lvl3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3pPr>
            <a:lvl4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A0F4B3-D63C-0D8F-2804-F97776F90E4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38EC09FB-402F-F3CE-E1D2-51583F1BCCF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862533"/>
      </p:ext>
    </p:extLst>
  </p:cSld>
  <p:clrMapOvr>
    <a:masterClrMapping/>
  </p:clrMapOvr>
  <p:transition spd="med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2193" cy="2286794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0919" y="288036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28522" y="288036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C7A51FE3-0F54-1487-47B4-164B5B802CA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9178626"/>
      </p:ext>
    </p:extLst>
  </p:cSld>
  <p:clrMapOvr>
    <a:masterClrMapping/>
  </p:clrMapOvr>
  <p:transition spd="med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4691A7-388D-D543-2C74-58FA1F3BC2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288036"/>
            <a:ext cx="2476178" cy="2286794"/>
          </a:xfrm>
        </p:spPr>
        <p:txBody>
          <a:bodyPr/>
          <a:lstStyle>
            <a:lvl1pPr>
              <a:lnSpc>
                <a:spcPct val="10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DE09569-73DF-2226-A7D7-ABBE84A4704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80919" y="284957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9B0D0BB0-9896-0353-D972-26B687C3D8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428522" y="284957"/>
            <a:ext cx="2476178" cy="57157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AA54578-ECD5-347E-35A9-C3F93EB8CDFE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745FF4F8-7F82-E9C2-8046-C791019E169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7382646"/>
      </p:ext>
    </p:extLst>
  </p:cSld>
  <p:clrMapOvr>
    <a:masterClrMapping/>
  </p:clrMapOvr>
  <p:transition spd="med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19019" cy="2286794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3010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9BFC0CA6-CE6F-D94C-2967-FBF2240020C4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206485"/>
      </p:ext>
    </p:extLst>
  </p:cSld>
  <p:clrMapOvr>
    <a:masterClrMapping/>
  </p:clrMapOvr>
  <p:transition spd="med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E75BA-E283-08AE-B230-A89A2245C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288036"/>
            <a:ext cx="2474591" cy="2286794"/>
          </a:xfrm>
        </p:spPr>
        <p:txBody>
          <a:bodyPr rIns="0"/>
          <a:lstStyle>
            <a:lvl1pPr>
              <a:lnSpc>
                <a:spcPct val="10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9">
            <a:extLst>
              <a:ext uri="{FF2B5EF4-FFF2-40B4-BE49-F238E27FC236}">
                <a16:creationId xmlns:a16="http://schemas.microsoft.com/office/drawing/2014/main" id="{8AF10F27-0178-9C93-8741-F0241501B4B0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17CD3DC6-7946-2D82-C3E4-10BC579C88D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76279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898D950-EA52-ABF9-D15D-C6C8FE94649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A501ADC5-5846-FF23-F5DB-93E8D05863E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31697" y="1714500"/>
            <a:ext cx="2476178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AE734E-170F-6CE2-C852-A644ACB8F40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">
            <a:extLst>
              <a:ext uri="{FF2B5EF4-FFF2-40B4-BE49-F238E27FC236}">
                <a16:creationId xmlns:a16="http://schemas.microsoft.com/office/drawing/2014/main" id="{8CF1D655-1791-BEF3-D8AA-E589057E73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8539046"/>
      </p:ext>
    </p:extLst>
  </p:cSld>
  <p:clrMapOvr>
    <a:masterClrMapping/>
  </p:clrMapOvr>
  <p:transition spd="med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, 2 columns, dividers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2474590" cy="570707"/>
          </a:xfrm>
        </p:spPr>
        <p:txBody>
          <a:bodyPr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9E6C7C8-F097-FDD3-FF97-3FC4133BC68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1E0B684B-61D6-CF9E-57FC-892D7CEE8D1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2988" y="1714500"/>
            <a:ext cx="2476178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1E0D5184-93C0-B658-7967-FBC78C38A5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30591" y="1714500"/>
            <a:ext cx="2479352" cy="4286250"/>
          </a:xfrm>
        </p:spPr>
        <p:txBody>
          <a:bodyPr/>
          <a:lstStyle>
            <a:lvl1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91422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82843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74265" indent="-91422"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spcBef>
                <a:spcPts val="0"/>
              </a:spcBef>
              <a:defRPr sz="10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792CE3F-FA6A-2FE0-0146-4BFD45CF296A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334142" y="192024"/>
            <a:ext cx="2477765" cy="570706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>
              <a:lnSpc>
                <a:spcPct val="90000"/>
              </a:lnSpc>
              <a:spcBef>
                <a:spcPts val="0"/>
              </a:spcBef>
              <a:defRPr sz="1400"/>
            </a:lvl2pPr>
            <a:lvl3pPr>
              <a:lnSpc>
                <a:spcPct val="90000"/>
              </a:lnSpc>
              <a:spcBef>
                <a:spcPts val="0"/>
              </a:spcBef>
              <a:defRPr sz="1400"/>
            </a:lvl3pPr>
            <a:lvl4pPr>
              <a:lnSpc>
                <a:spcPct val="90000"/>
              </a:lnSpc>
              <a:spcBef>
                <a:spcPts val="0"/>
              </a:spcBef>
              <a:defRPr sz="1400"/>
            </a:lvl4pPr>
            <a:lvl5pPr>
              <a:lnSpc>
                <a:spcPct val="90000"/>
              </a:lnSpc>
              <a:spcBef>
                <a:spcPts val="0"/>
              </a:spcBef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4E8FFEFF-CCD0-A436-418A-5FB8624CCC89}"/>
              </a:ext>
            </a:extLst>
          </p:cNvPr>
          <p:cNvSpPr>
            <a:spLocks noGrp="1" noChangeAspect="1"/>
          </p:cNvSpPr>
          <p:nvPr>
            <p:ph type="pic" sz="quarter" idx="16" hasCustomPrompt="1"/>
          </p:nvPr>
        </p:nvSpPr>
        <p:spPr>
          <a:xfrm>
            <a:off x="6380919" y="288036"/>
            <a:ext cx="607997" cy="607231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84E55D7-CBB2-992D-3E77-5CB7B7CADA9C}"/>
              </a:ext>
            </a:extLst>
          </p:cNvPr>
          <p:cNvSpPr>
            <a:spLocks noGrp="1" noChangeAspect="1"/>
          </p:cNvSpPr>
          <p:nvPr>
            <p:ph type="pic" sz="quarter" idx="17" hasCustomPrompt="1"/>
          </p:nvPr>
        </p:nvSpPr>
        <p:spPr>
          <a:xfrm>
            <a:off x="9428522" y="288036"/>
            <a:ext cx="608843" cy="608076"/>
          </a:xfrm>
        </p:spPr>
        <p:txBody>
          <a:bodyPr anchor="ctr"/>
          <a:lstStyle>
            <a:lvl1pPr algn="ctr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7B96A2B-2DD4-AEBB-75C4-9215E33D2664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02744BD-C7A4-D538-2E19-AA279C025A21}"/>
              </a:ext>
            </a:extLst>
          </p:cNvPr>
          <p:cNvCxnSpPr/>
          <p:nvPr userDrawn="1"/>
        </p:nvCxnSpPr>
        <p:spPr bwMode="auto">
          <a:xfrm>
            <a:off x="609368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ADCE883F-3781-7F7E-8236-8BB5CEBAD77C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Slide Number">
            <a:extLst>
              <a:ext uri="{FF2B5EF4-FFF2-40B4-BE49-F238E27FC236}">
                <a16:creationId xmlns:a16="http://schemas.microsoft.com/office/drawing/2014/main" id="{FE28AB83-26B6-464D-000B-077BBC18861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020559"/>
      </p:ext>
    </p:extLst>
  </p:cSld>
  <p:clrMapOvr>
    <a:masterClrMapping/>
  </p:clrMapOvr>
  <p:transition spd="med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 wide, pictogram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31099CB-CB87-D5D5-506D-4B49C08161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1239012"/>
            <a:ext cx="3334903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FC1DA3C4-E728-0E45-C91D-8EDF4B495FF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1238250"/>
            <a:ext cx="3333316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0565063-698E-31B0-B619-B99A9A0B3DB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998" y="4192524"/>
            <a:ext cx="3334904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B4E44FFD-1EB7-1873-F6D1-67DE839EF09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20" y="4191000"/>
            <a:ext cx="3333316" cy="1524000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1pPr>
            <a:lvl2pPr marL="201128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2pPr>
            <a:lvl3pPr marL="402256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3pPr>
            <a:lvl4pPr marL="557672" indent="-201128"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2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30AB5158-BCB8-39EE-DA85-F2CD01699FBB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287998" y="28803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C3730E5-61EB-7405-CC85-AB04242CDBC4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6380919" y="28803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7" name="Picture Placeholder 16">
            <a:extLst>
              <a:ext uri="{FF2B5EF4-FFF2-40B4-BE49-F238E27FC236}">
                <a16:creationId xmlns:a16="http://schemas.microsoft.com/office/drawing/2014/main" id="{62C94928-6A9B-2EA7-301C-71E5F2547C8A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287998" y="3236976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2E840026-2FAF-826F-DCFD-3FF0082B0823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80919" y="3238500"/>
            <a:ext cx="607997" cy="608076"/>
          </a:xfrm>
        </p:spPr>
        <p:txBody>
          <a:bodyPr anchor="ctr"/>
          <a:lstStyle>
            <a:lvl1pPr algn="ctr">
              <a:defRPr sz="800"/>
            </a:lvl1pPr>
          </a:lstStyle>
          <a:p>
            <a:r>
              <a:rPr lang="en-US"/>
              <a:t>Pictogram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07BB90E-D2B7-D6BA-E8F5-B16C3F57F6F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0A530A6-2F26-DA70-D0D9-6DD90453CEC1}"/>
              </a:ext>
            </a:extLst>
          </p:cNvPr>
          <p:cNvCxnSpPr/>
          <p:nvPr userDrawn="1"/>
        </p:nvCxnSpPr>
        <p:spPr bwMode="auto">
          <a:xfrm>
            <a:off x="6095206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5483A0-0E31-72CE-21C3-6248FAEBC09A}"/>
              </a:ext>
            </a:extLst>
          </p:cNvPr>
          <p:cNvCxnSpPr/>
          <p:nvPr userDrawn="1"/>
        </p:nvCxnSpPr>
        <p:spPr bwMode="auto">
          <a:xfrm>
            <a:off x="284126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Slide Number">
            <a:extLst>
              <a:ext uri="{FF2B5EF4-FFF2-40B4-BE49-F238E27FC236}">
                <a16:creationId xmlns:a16="http://schemas.microsoft.com/office/drawing/2014/main" id="{FDDCE3A8-54F6-70FC-38D0-2AF2D8AB71E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200365"/>
      </p:ext>
    </p:extLst>
  </p:cSld>
  <p:clrMapOvr>
    <a:masterClrMapping/>
  </p:clrMapOvr>
  <p:transition spd="med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8" y="841248"/>
            <a:ext cx="2857128" cy="1138428"/>
          </a:xfrm>
        </p:spPr>
        <p:txBody>
          <a:bodyPr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1681" y="288036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8522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99" y="288036"/>
            <a:ext cx="2477765" cy="570706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6CE92126-B67C-8301-95D0-A821B804399E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662584"/>
      </p:ext>
    </p:extLst>
  </p:cSld>
  <p:clrMapOvr>
    <a:masterClrMapping/>
  </p:clrMapOvr>
  <p:transition spd="med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stacked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763524"/>
            <a:ext cx="5521401" cy="1138428"/>
          </a:xfrm>
        </p:spPr>
        <p:txBody>
          <a:bodyPr rIns="457200"/>
          <a:lstStyle>
            <a:lvl1pPr>
              <a:lnSpc>
                <a:spcPct val="11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4957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4957"/>
            <a:ext cx="2479352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8522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AD46B95-CF19-9C3F-1691-68ABF62095BE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E29EF9E2-1551-8357-22BD-8C43EF5EBE3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287999" y="288036"/>
            <a:ext cx="2477765" cy="224028"/>
          </a:xfrm>
        </p:spPr>
        <p:txBody>
          <a:bodyPr/>
          <a:lstStyle>
            <a:lvl1pPr>
              <a:defRPr sz="14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D8351E8F-C586-866F-37A3-340B3DD347B2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5225797"/>
      </p:ext>
    </p:extLst>
  </p:cSld>
  <p:clrMapOvr>
    <a:masterClrMapping/>
  </p:clrMapOvr>
  <p:transition spd="med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7765" cy="2286794"/>
          </a:xfrm>
        </p:spPr>
        <p:txBody>
          <a:bodyPr/>
          <a:lstStyle>
            <a:lvl1pPr>
              <a:lnSpc>
                <a:spcPct val="10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328416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1187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049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D0BCD34-4CA7-388C-5244-7DC8F9F36FA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895418"/>
      </p:ext>
    </p:extLst>
  </p:cSld>
  <p:clrMapOvr>
    <a:masterClrMapping/>
  </p:clrMapOvr>
  <p:transition spd="med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4 horizontal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4353C-7670-AC55-CDA3-888971A548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24575" cy="2286794"/>
          </a:xfrm>
        </p:spPr>
        <p:txBody>
          <a:bodyPr rIns="457200"/>
          <a:lstStyle>
            <a:lvl1pPr>
              <a:lnSpc>
                <a:spcPct val="100000"/>
              </a:lnSpc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2A71C2BF-857E-B291-7D82-5920AF4A527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87999" y="3328416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57EC586-7CBB-7AC4-C2FA-85F4BA8AA03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334362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A0ABD1EA-F6CD-F56B-B5E1-034EEB64D6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83049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0F2DD97F-E181-3C33-32D8-844B57967D8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9428523" y="3333751"/>
            <a:ext cx="2474590" cy="2672459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B76B22-9748-7A34-9D32-D77BB1B498E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238163DF-77AB-875A-C8AC-2F8AEABFB85F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9323717"/>
      </p:ext>
    </p:extLst>
  </p:cSld>
  <p:clrMapOvr>
    <a:masterClrMapping/>
  </p:clrMapOvr>
  <p:transition spd="med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D740D-848C-40A7-AB96-E7B74E0A80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2286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793A9C8C-F98C-5899-BE8B-D1A544D66C6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380919" y="288036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A62B128-D226-0D9B-89EC-51AFD07F30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28522" y="288036"/>
            <a:ext cx="2479352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5DD5CF1-28D6-74AF-B345-5911CB10D45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80919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67B1C684-915C-90D4-C69F-C24979A42EF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428522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B1D44C30-196F-B4B1-540A-E556579735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332554" y="288036"/>
            <a:ext cx="2476178" cy="2572544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B1A268B-43F5-F600-93B7-6248877F5D3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3334141" y="3333750"/>
            <a:ext cx="2476178" cy="24765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 b="0" i="0">
                <a:solidFill>
                  <a:schemeClr val="tx1"/>
                </a:solidFill>
                <a:latin typeface="IBM Plex Sans Light" panose="020B04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1A4BD59-9F51-7E32-8659-A763D0799EB2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180E7AB4-F0E4-7C09-7FE7-9F182217FE0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463265"/>
      </p:ext>
    </p:extLst>
  </p:cSld>
  <p:clrMapOvr>
    <a:masterClrMapping/>
  </p:clrMapOvr>
  <p:transition spd="med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A5819-78ED-4475-16CD-65C8A2C5E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42954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148C06-F3C6-0E95-A225-29F730DD158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333316" y="666750"/>
            <a:ext cx="2475384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81FD5E03-A007-B728-4616-E05622A43A3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666750"/>
            <a:ext cx="2476178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EEC06719-7195-BBE7-0154-56A039A4B38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28523" y="666750"/>
            <a:ext cx="2476178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2704E464-B0E0-CDD0-B14B-FA6386285AE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333316" y="3714750"/>
            <a:ext cx="2475384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E96B64B8-6DA8-8704-DD30-37587B3E682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80920" y="3714750"/>
            <a:ext cx="2475384" cy="1896341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AF965C82-A0A6-A670-C10A-6073DD3549E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428523" y="3714750"/>
            <a:ext cx="2476178" cy="190500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1pPr>
            <a:lvl2pPr marL="109706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2pPr>
            <a:lvl3pPr marL="219412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3pPr>
            <a:lvl4pPr marL="329118" indent="-109706"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D1F0C48-79E5-E356-43FC-0FCF2DE89A2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333316" y="288036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18E9E323-0756-7849-8F52-19C58A517BD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6380920" y="288036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8" name="Picture Placeholder 15">
            <a:extLst>
              <a:ext uri="{FF2B5EF4-FFF2-40B4-BE49-F238E27FC236}">
                <a16:creationId xmlns:a16="http://schemas.microsoft.com/office/drawing/2014/main" id="{7C3BFFDB-5499-B3D7-98B2-1ABDA7D5C9DD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9428523" y="288036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C00295A2-8D30-455D-EBB9-FA7A46791936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333316" y="3347315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0" name="Picture Placeholder 15">
            <a:extLst>
              <a:ext uri="{FF2B5EF4-FFF2-40B4-BE49-F238E27FC236}">
                <a16:creationId xmlns:a16="http://schemas.microsoft.com/office/drawing/2014/main" id="{F30F0F2C-CA19-3A79-4375-EB8A00FA887C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380920" y="3347315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21" name="Picture Placeholder 15">
            <a:extLst>
              <a:ext uri="{FF2B5EF4-FFF2-40B4-BE49-F238E27FC236}">
                <a16:creationId xmlns:a16="http://schemas.microsoft.com/office/drawing/2014/main" id="{9354D8C6-F61D-3FC1-07F8-FEE730E2D7A8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428523" y="3347315"/>
            <a:ext cx="201142" cy="201613"/>
          </a:xfrm>
        </p:spPr>
        <p:txBody>
          <a:bodyPr/>
          <a:lstStyle>
            <a:lvl1pPr>
              <a:defRPr sz="700">
                <a:solidFill>
                  <a:schemeClr val="tx1"/>
                </a:solidFill>
              </a:defRPr>
            </a:lvl1pPr>
          </a:lstStyle>
          <a:p>
            <a:r>
              <a:rPr lang="en-US"/>
              <a:t>Icon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9A430D6-E733-E611-E1EF-A795D0B0362A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52CDB94-BA57-B58F-95F0-D406FE34BB40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8860271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B5CBE6E3-0E18-8A57-578D-D314948AF14F}"/>
              </a:ext>
            </a:extLst>
          </p:cNvPr>
          <p:cNvCxnSpPr/>
          <p:nvPr userDrawn="1"/>
        </p:nvCxnSpPr>
        <p:spPr bwMode="auto">
          <a:xfrm>
            <a:off x="3047603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7200B05-7E36-4E03-3739-0BA983764616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2FF3B59-8BBA-8C99-9D4D-743723E434FC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Slide Number">
            <a:extLst>
              <a:ext uri="{FF2B5EF4-FFF2-40B4-BE49-F238E27FC236}">
                <a16:creationId xmlns:a16="http://schemas.microsoft.com/office/drawing/2014/main" id="{A0B46D22-64E6-4222-F4E2-B807A7A15287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8360028"/>
      </p:ext>
    </p:extLst>
  </p:cSld>
  <p:clrMapOvr>
    <a:masterClrMapping/>
  </p:clrMapOvr>
  <p:transition spd="med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large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192024"/>
            <a:ext cx="5519019" cy="1706563"/>
          </a:xfrm>
        </p:spPr>
        <p:txBody>
          <a:bodyPr rIns="457200"/>
          <a:lstStyle>
            <a:lvl1pPr>
              <a:lnSpc>
                <a:spcPct val="100000"/>
              </a:lnSpc>
              <a:defRPr sz="3199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3010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3010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87998" y="3332988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3316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455E69-0B51-1D31-E569-651079398D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7301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C560F4-CB2D-6B04-588B-57BB4D4E6DC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0" cy="29527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7B78A1-A315-98D3-1692-18AAAF4C6002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64036E-86AB-0893-B72B-200B84A6BCFD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25C7A71B-E65D-0A5D-606D-9F95D5AC6BE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883341"/>
      </p:ext>
    </p:extLst>
  </p:cSld>
  <p:clrMapOvr>
    <a:masterClrMapping/>
  </p:clrMapOvr>
  <p:transition spd="med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oxes, 6 stacked, alternate, small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3E52F-EEA1-D56F-5E7A-C1983151D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1706563"/>
          </a:xfrm>
        </p:spPr>
        <p:txBody>
          <a:bodyPr rIns="0"/>
          <a:lstStyle>
            <a:lvl1pPr>
              <a:lnSpc>
                <a:spcPct val="110000"/>
              </a:lnSpc>
              <a:defRPr sz="18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6D534223-A15F-A9E6-C7FA-95FFDF117A5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8091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C1675E3B-BB72-1CF2-CC6C-1977AEAF592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9430109" y="288036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9258F0BD-A5CC-CECC-5230-86FB175FD67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38091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D9573D61-18CF-FC91-A019-041D3206DAE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430109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75681CC4-265E-A18C-1C70-60E527BC624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0042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8D234ED4-217E-BF9B-FDEE-0BE07F831ED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333316" y="3333750"/>
            <a:ext cx="2476178" cy="2477294"/>
          </a:xfrm>
        </p:spPr>
        <p:txBody>
          <a:bodyPr/>
          <a:lstStyle>
            <a:lvl1pPr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A5ACE3-ACF8-D072-E98D-B30BD47D0818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endParaRPr lang="en-US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F455E69-0B51-1D31-E569-651079398D3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287301" y="3048000"/>
            <a:ext cx="11620574" cy="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54C560F4-CB2D-6B04-588B-57BB4D4E6DC3}"/>
              </a:ext>
            </a:extLst>
          </p:cNvPr>
          <p:cNvCxnSpPr>
            <a:cxnSpLocks/>
          </p:cNvCxnSpPr>
          <p:nvPr userDrawn="1"/>
        </p:nvCxnSpPr>
        <p:spPr bwMode="auto">
          <a:xfrm>
            <a:off x="3047603" y="3048000"/>
            <a:ext cx="0" cy="2952750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87B78A1-A315-98D3-1692-18AAAF4C6002}"/>
              </a:ext>
            </a:extLst>
          </p:cNvPr>
          <p:cNvCxnSpPr/>
          <p:nvPr userDrawn="1"/>
        </p:nvCxnSpPr>
        <p:spPr bwMode="auto">
          <a:xfrm>
            <a:off x="9142810" y="284957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F764036E-86AB-0893-B72B-200B84A6BCFD}"/>
              </a:ext>
            </a:extLst>
          </p:cNvPr>
          <p:cNvCxnSpPr/>
          <p:nvPr userDrawn="1"/>
        </p:nvCxnSpPr>
        <p:spPr bwMode="auto">
          <a:xfrm>
            <a:off x="6093683" y="283464"/>
            <a:ext cx="0" cy="5715794"/>
          </a:xfrm>
          <a:prstGeom prst="line">
            <a:avLst/>
          </a:prstGeom>
          <a:ln w="12700">
            <a:solidFill>
              <a:schemeClr val="tx1"/>
            </a:solidFill>
            <a:headEnd type="none" w="med" len="med"/>
            <a:tailEnd type="none" w="med" len="med"/>
          </a:ln>
          <a:effectLst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Slide Number">
            <a:extLst>
              <a:ext uri="{FF2B5EF4-FFF2-40B4-BE49-F238E27FC236}">
                <a16:creationId xmlns:a16="http://schemas.microsoft.com/office/drawing/2014/main" id="{78DA00F4-B5C9-B0CB-71F8-ED123EAA68C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3669298"/>
      </p:ext>
    </p:extLst>
  </p:cSld>
  <p:clrMapOvr>
    <a:masterClrMapping/>
  </p:clrMapOvr>
  <p:transition spd="med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half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88F00625-4E10-D884-2256-56B294B4BA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33316" y="1714500"/>
            <a:ext cx="2475384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77F84A-1700-568D-FF6C-C74EAF713E1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Picture Placeholder 10">
            <a:extLst>
              <a:ext uri="{FF2B5EF4-FFF2-40B4-BE49-F238E27FC236}">
                <a16:creationId xmlns:a16="http://schemas.microsoft.com/office/drawing/2014/main" id="{468A48E8-BE84-7972-AB73-8E31C1C13499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6380919" y="284956"/>
            <a:ext cx="5523781" cy="6287294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291618961"/>
      </p:ext>
    </p:extLst>
  </p:cSld>
  <p:clrMapOvr>
    <a:masterClrMapping/>
  </p:clrMapOvr>
  <p:transition spd="med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4"/>
            <a:ext cx="134652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5EDE688-75EF-DA04-F0B3-24F53FFC6B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DE390102-FDF4-C834-3F45-02B57A70ADB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047603" y="0"/>
            <a:ext cx="9144397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446656999"/>
      </p:ext>
    </p:extLst>
  </p:cSld>
  <p:clrMapOvr>
    <a:masterClrMapping/>
  </p:clrMapOvr>
  <p:transition spd="med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3/4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075B039-5865-7356-B725-0FF3C8F73E3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4"/>
            <a:ext cx="134652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8FE37E5-0FED-B2B2-3150-F02A8956CD3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87999" y="1714500"/>
            <a:ext cx="2477765" cy="4286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78C6A11-84D9-C1BA-F3C9-2E9D1A288B25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C70703B-65B6-4B78-8B7C-73857A06C3A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3333316" y="282575"/>
            <a:ext cx="8574559" cy="6289675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947760876"/>
      </p:ext>
    </p:extLst>
  </p:cSld>
  <p:clrMapOvr>
    <a:masterClrMapping/>
  </p:clrMapOvr>
  <p:transition spd="med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blee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4"/>
            <a:ext cx="134652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6679120-DB81-97FD-CD5A-00DC1F5E6658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0" y="0"/>
            <a:ext cx="12192000" cy="685800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878824480"/>
      </p:ext>
    </p:extLst>
  </p:cSld>
  <p:clrMapOvr>
    <a:masterClrMapping/>
  </p:clrMapOvr>
  <p:transition spd="med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or imagery, inse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0C9F466-AC9D-B311-5655-93E326ED59B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11770048" y="6452314"/>
            <a:ext cx="134652" cy="123111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4239CCE-9A38-90E1-F860-FF40FBDA2409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4126" y="284957"/>
            <a:ext cx="11620574" cy="6290468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</p:spTree>
    <p:extLst>
      <p:ext uri="{BB962C8B-B14F-4D97-AF65-F5344CB8AC3E}">
        <p14:creationId xmlns:p14="http://schemas.microsoft.com/office/powerpoint/2010/main" val="3196991398"/>
      </p:ext>
    </p:extLst>
  </p:cSld>
  <p:clrMapOvr>
    <a:masterClrMapping/>
  </p:clrMapOvr>
  <p:transition spd="med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s, profiles, contributor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2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AB8510EE-4140-AEDB-B7AB-EF1D4B72D2AD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287999" y="30607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126F49A0-96BE-0B44-B1C8-17D765B10B3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14277" y="30607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1" name="Picture Placeholder 7">
            <a:extLst>
              <a:ext uri="{FF2B5EF4-FFF2-40B4-BE49-F238E27FC236}">
                <a16:creationId xmlns:a16="http://schemas.microsoft.com/office/drawing/2014/main" id="{3F048335-9A0B-2C1F-47A6-67051F20075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87999" y="47625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D4772377-8015-4C99-7ED3-E4475C524D2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714277" y="4762501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D83A84-CCD3-C297-7314-225B96D47D6A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Picture Placeholder 7">
            <a:extLst>
              <a:ext uri="{FF2B5EF4-FFF2-40B4-BE49-F238E27FC236}">
                <a16:creationId xmlns:a16="http://schemas.microsoft.com/office/drawing/2014/main" id="{E889D859-F4A1-3E97-F05E-8D134A25B9F2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287999" y="1333500"/>
            <a:ext cx="1236501" cy="1238250"/>
          </a:xfrm>
          <a:solidFill>
            <a:srgbClr val="E0E0E0"/>
          </a:solidFill>
        </p:spPr>
        <p:txBody>
          <a:bodyPr anchor="ctr"/>
          <a:lstStyle>
            <a:lvl1pPr algn="ctr">
              <a:defRPr>
                <a:solidFill>
                  <a:schemeClr val="accent5"/>
                </a:solidFill>
              </a:defRPr>
            </a:lvl1pPr>
          </a:lstStyle>
          <a:p>
            <a:r>
              <a:rPr lang="en-US"/>
              <a:t>Place imagery here</a:t>
            </a:r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31D025A0-5106-DFB0-90B1-8B366B78913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714277" y="13335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19" name="Picture Placeholder 7">
            <a:extLst>
              <a:ext uri="{FF2B5EF4-FFF2-40B4-BE49-F238E27FC236}">
                <a16:creationId xmlns:a16="http://schemas.microsoft.com/office/drawing/2014/main" id="{A33F8C74-1D30-FEA9-4F3C-636531C86142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6377745" y="30607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A52D1EA1-405F-7875-BAB9-B258776E1460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807896" y="30607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1" name="Picture Placeholder 7">
            <a:extLst>
              <a:ext uri="{FF2B5EF4-FFF2-40B4-BE49-F238E27FC236}">
                <a16:creationId xmlns:a16="http://schemas.microsoft.com/office/drawing/2014/main" id="{2E690121-61A1-708E-E5B8-5B65A668E628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377745" y="47625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73849969-24A3-113A-C58E-4A4B0FB29BAD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807896" y="4762501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23" name="Picture Placeholder 7">
            <a:extLst>
              <a:ext uri="{FF2B5EF4-FFF2-40B4-BE49-F238E27FC236}">
                <a16:creationId xmlns:a16="http://schemas.microsoft.com/office/drawing/2014/main" id="{F94AC7E0-2DC4-5DEB-8E1E-2F27996F98E6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6377745" y="1333500"/>
            <a:ext cx="1236501" cy="1238250"/>
          </a:xfrm>
          <a:solidFill>
            <a:srgbClr val="E0E0E0"/>
          </a:solidFill>
        </p:spPr>
        <p:txBody>
          <a:bodyPr anchor="ctr"/>
          <a:lstStyle>
            <a:lvl1pPr marL="0" marR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chemeClr val="accent5"/>
                </a:solidFill>
              </a:defRPr>
            </a:lvl1pPr>
          </a:lstStyle>
          <a:p>
            <a:pPr marL="0" marR="0" lvl="0" indent="0" algn="ctr" defTabSz="1218956" rtl="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Place imagery here</a:t>
            </a:r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3E3566C7-C728-77B2-2A34-BBB83D482F5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7807896" y="1333500"/>
            <a:ext cx="2853953" cy="1238250"/>
          </a:xfrm>
        </p:spPr>
        <p:txBody>
          <a:bodyPr/>
          <a:lstStyle>
            <a:lvl1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1pPr>
            <a:lvl2pPr marL="127990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2pPr>
            <a:lvl3pPr marL="25598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3pPr>
            <a:lvl4pPr marL="383971" indent="-127990"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4pPr>
            <a:lvl5pPr>
              <a:lnSpc>
                <a:spcPct val="110000"/>
              </a:lnSpc>
              <a:spcBef>
                <a:spcPts val="0"/>
              </a:spcBef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74870601-E9CA-9D0E-804F-2A7353CE534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2287184"/>
      </p:ext>
    </p:extLst>
  </p:cSld>
  <p:clrMapOvr>
    <a:masterClrMapping/>
  </p:clrMapOvr>
  <p:transition spd="med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228679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able Placeholder 4">
            <a:extLst>
              <a:ext uri="{FF2B5EF4-FFF2-40B4-BE49-F238E27FC236}">
                <a16:creationId xmlns:a16="http://schemas.microsoft.com/office/drawing/2014/main" id="{B3D8D357-75A1-F4FD-F531-380CF7DE4340}"/>
              </a:ext>
            </a:extLst>
          </p:cNvPr>
          <p:cNvSpPr>
            <a:spLocks noGrp="1"/>
          </p:cNvSpPr>
          <p:nvPr>
            <p:ph type="tbl" sz="quarter" idx="11"/>
          </p:nvPr>
        </p:nvSpPr>
        <p:spPr>
          <a:xfrm>
            <a:off x="3333316" y="284957"/>
            <a:ext cx="8571384" cy="5715794"/>
          </a:xfrm>
        </p:spPr>
        <p:txBody>
          <a:bodyPr anchor="ctr"/>
          <a:lstStyle>
            <a:lvl1pPr algn="ctr"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table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48A8EE3-1224-3A4B-8A9E-611D8DCF629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7989FA07-F7B7-BE4B-581F-7BE47BBA6051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047808"/>
      </p:ext>
    </p:extLst>
  </p:cSld>
  <p:clrMapOvr>
    <a:masterClrMapping/>
  </p:clrMapOvr>
  <p:transition spd="med"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one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7999" y="192024"/>
            <a:ext cx="2477765" cy="1429544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28522" y="284957"/>
            <a:ext cx="2476178" cy="5715794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">
            <a:extLst>
              <a:ext uri="{FF2B5EF4-FFF2-40B4-BE49-F238E27FC236}">
                <a16:creationId xmlns:a16="http://schemas.microsoft.com/office/drawing/2014/main" id="{80270476-9FE1-F85E-6F9B-322B184D8FC9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21935"/>
      </p:ext>
    </p:extLst>
  </p:cSld>
  <p:clrMapOvr>
    <a:masterClrMapping/>
  </p:clrMapOvr>
  <p:transition spd="med"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D0BFE-82FD-94B0-E6D9-A9096777C8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999" y="288036"/>
            <a:ext cx="2474590" cy="763524"/>
          </a:xfrm>
        </p:spPr>
        <p:txBody>
          <a:bodyPr/>
          <a:lstStyle>
            <a:lvl1pPr>
              <a:lnSpc>
                <a:spcPct val="110000"/>
              </a:lnSpc>
              <a:defRPr sz="14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559113-A66F-B148-0A73-FD8B5C2B023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BAFC9C6E-79FD-9BB8-F74D-EAA013319C68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427714"/>
      </p:ext>
    </p:extLst>
  </p:cSld>
  <p:clrMapOvr>
    <a:masterClrMapping/>
  </p:clrMapOvr>
  <p:transition spd="med"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 disclaimer, two colum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BB717A5-5D28-36C3-250F-93E0C68721C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7999" y="192024"/>
            <a:ext cx="2477765" cy="1429544"/>
          </a:xfrm>
        </p:spPr>
        <p:txBody>
          <a:bodyPr/>
          <a:lstStyle>
            <a:lvl1pPr>
              <a:lnSpc>
                <a:spcPct val="90000"/>
              </a:lnSpc>
              <a:spcBef>
                <a:spcPts val="0"/>
              </a:spcBef>
              <a:defRPr sz="3199">
                <a:solidFill>
                  <a:schemeClr val="tx2"/>
                </a:solidFill>
              </a:defRPr>
            </a:lvl1pPr>
            <a:lvl2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2pPr>
            <a:lvl3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3pPr>
            <a:lvl4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4pPr>
            <a:lvl5pPr>
              <a:lnSpc>
                <a:spcPct val="100000"/>
              </a:lnSpc>
              <a:spcBef>
                <a:spcPts val="0"/>
              </a:spcBef>
              <a:defRPr sz="3199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3FF5DC1-E283-8AC5-8620-93647430318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9428522" y="284957"/>
            <a:ext cx="2476178" cy="5715794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4A6E1A4-1881-81E9-2BBE-BC4DBFE11A0E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290474" y="6402388"/>
            <a:ext cx="2477765" cy="1905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4E531DA-4051-706E-065B-21A0391415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80919" y="284957"/>
            <a:ext cx="2476178" cy="5715794"/>
          </a:xfrm>
        </p:spPr>
        <p:txBody>
          <a:bodyPr/>
          <a:lstStyle>
            <a:lvl1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  <a:lvl2pPr marL="73137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2pPr>
            <a:lvl3pPr marL="146275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3pPr>
            <a:lvl4pPr marL="219412" indent="-73137"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4pPr>
            <a:lvl5pPr>
              <a:lnSpc>
                <a:spcPct val="120000"/>
              </a:lnSpc>
              <a:spcBef>
                <a:spcPts val="0"/>
              </a:spcBef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5pPr>
          </a:lstStyle>
          <a:p>
            <a:r>
              <a:rPr lang="en-US"/>
              <a:t>Copy and paste appropriate legal disclaimer text from one of the three options in the PDF guidance deck, found on pages 22-24. Always use the proper legal disclaimer for your presentation audience.</a:t>
            </a:r>
          </a:p>
        </p:txBody>
      </p:sp>
      <p:sp>
        <p:nvSpPr>
          <p:cNvPr id="5" name="Slide Number">
            <a:extLst>
              <a:ext uri="{FF2B5EF4-FFF2-40B4-BE49-F238E27FC236}">
                <a16:creationId xmlns:a16="http://schemas.microsoft.com/office/drawing/2014/main" id="{CAD686F0-BF95-1E62-61EC-967907338873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11769264" y="6469419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ctr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144871"/>
      </p:ext>
    </p:extLst>
  </p:cSld>
  <p:clrMapOvr>
    <a:masterClrMapping/>
  </p:clrMapOvr>
  <p:transition spd="med"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7060FE5-C047-4041-AB41-F553D2847ED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32004" y="3084230"/>
            <a:ext cx="1727991" cy="6895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902570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4.xml"/><Relationship Id="rId13" Type="http://schemas.openxmlformats.org/officeDocument/2006/relationships/slideLayout" Target="../slideLayouts/slideLayout39.xml"/><Relationship Id="rId18" Type="http://schemas.openxmlformats.org/officeDocument/2006/relationships/slideLayout" Target="../slideLayouts/slideLayout44.xml"/><Relationship Id="rId26" Type="http://schemas.openxmlformats.org/officeDocument/2006/relationships/slideLayout" Target="../slideLayouts/slideLayout52.xml"/><Relationship Id="rId3" Type="http://schemas.openxmlformats.org/officeDocument/2006/relationships/slideLayout" Target="../slideLayouts/slideLayout29.xml"/><Relationship Id="rId21" Type="http://schemas.openxmlformats.org/officeDocument/2006/relationships/slideLayout" Target="../slideLayouts/slideLayout47.xml"/><Relationship Id="rId7" Type="http://schemas.openxmlformats.org/officeDocument/2006/relationships/slideLayout" Target="../slideLayouts/slideLayout33.xml"/><Relationship Id="rId12" Type="http://schemas.openxmlformats.org/officeDocument/2006/relationships/slideLayout" Target="../slideLayouts/slideLayout38.xml"/><Relationship Id="rId17" Type="http://schemas.openxmlformats.org/officeDocument/2006/relationships/slideLayout" Target="../slideLayouts/slideLayout43.xml"/><Relationship Id="rId25" Type="http://schemas.openxmlformats.org/officeDocument/2006/relationships/slideLayout" Target="../slideLayouts/slideLayout51.xml"/><Relationship Id="rId2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42.xml"/><Relationship Id="rId20" Type="http://schemas.openxmlformats.org/officeDocument/2006/relationships/slideLayout" Target="../slideLayouts/slideLayout46.xml"/><Relationship Id="rId29" Type="http://schemas.openxmlformats.org/officeDocument/2006/relationships/slideLayout" Target="../slideLayouts/slideLayout55.xml"/><Relationship Id="rId1" Type="http://schemas.openxmlformats.org/officeDocument/2006/relationships/slideLayout" Target="../slideLayouts/slideLayout27.xml"/><Relationship Id="rId6" Type="http://schemas.openxmlformats.org/officeDocument/2006/relationships/slideLayout" Target="../slideLayouts/slideLayout32.xml"/><Relationship Id="rId11" Type="http://schemas.openxmlformats.org/officeDocument/2006/relationships/slideLayout" Target="../slideLayouts/slideLayout37.xml"/><Relationship Id="rId24" Type="http://schemas.openxmlformats.org/officeDocument/2006/relationships/slideLayout" Target="../slideLayouts/slideLayout50.xml"/><Relationship Id="rId5" Type="http://schemas.openxmlformats.org/officeDocument/2006/relationships/slideLayout" Target="../slideLayouts/slideLayout31.xml"/><Relationship Id="rId15" Type="http://schemas.openxmlformats.org/officeDocument/2006/relationships/slideLayout" Target="../slideLayouts/slideLayout41.xml"/><Relationship Id="rId23" Type="http://schemas.openxmlformats.org/officeDocument/2006/relationships/slideLayout" Target="../slideLayouts/slideLayout49.xml"/><Relationship Id="rId28" Type="http://schemas.openxmlformats.org/officeDocument/2006/relationships/slideLayout" Target="../slideLayouts/slideLayout54.xml"/><Relationship Id="rId10" Type="http://schemas.openxmlformats.org/officeDocument/2006/relationships/slideLayout" Target="../slideLayouts/slideLayout36.xml"/><Relationship Id="rId19" Type="http://schemas.openxmlformats.org/officeDocument/2006/relationships/slideLayout" Target="../slideLayouts/slideLayout45.xml"/><Relationship Id="rId31" Type="http://schemas.openxmlformats.org/officeDocument/2006/relationships/theme" Target="../theme/theme2.xml"/><Relationship Id="rId4" Type="http://schemas.openxmlformats.org/officeDocument/2006/relationships/slideLayout" Target="../slideLayouts/slideLayout30.xml"/><Relationship Id="rId9" Type="http://schemas.openxmlformats.org/officeDocument/2006/relationships/slideLayout" Target="../slideLayouts/slideLayout35.xml"/><Relationship Id="rId14" Type="http://schemas.openxmlformats.org/officeDocument/2006/relationships/slideLayout" Target="../slideLayouts/slideLayout40.xml"/><Relationship Id="rId22" Type="http://schemas.openxmlformats.org/officeDocument/2006/relationships/slideLayout" Target="../slideLayouts/slideLayout48.xml"/><Relationship Id="rId27" Type="http://schemas.openxmlformats.org/officeDocument/2006/relationships/slideLayout" Target="../slideLayouts/slideLayout53.xml"/><Relationship Id="rId30" Type="http://schemas.openxmlformats.org/officeDocument/2006/relationships/slideLayout" Target="../slideLayouts/slideLayout56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4.xml"/><Relationship Id="rId26" Type="http://schemas.openxmlformats.org/officeDocument/2006/relationships/slideLayout" Target="../slideLayouts/slideLayout82.xml"/><Relationship Id="rId39" Type="http://schemas.openxmlformats.org/officeDocument/2006/relationships/slideLayout" Target="../slideLayouts/slideLayout95.xml"/><Relationship Id="rId21" Type="http://schemas.openxmlformats.org/officeDocument/2006/relationships/slideLayout" Target="../slideLayouts/slideLayout77.xml"/><Relationship Id="rId34" Type="http://schemas.openxmlformats.org/officeDocument/2006/relationships/slideLayout" Target="../slideLayouts/slideLayout90.xml"/><Relationship Id="rId42" Type="http://schemas.openxmlformats.org/officeDocument/2006/relationships/slideLayout" Target="../slideLayouts/slideLayout98.xml"/><Relationship Id="rId47" Type="http://schemas.openxmlformats.org/officeDocument/2006/relationships/theme" Target="../theme/theme3.xml"/><Relationship Id="rId7" Type="http://schemas.openxmlformats.org/officeDocument/2006/relationships/slideLayout" Target="../slideLayouts/slideLayout63.xml"/><Relationship Id="rId2" Type="http://schemas.openxmlformats.org/officeDocument/2006/relationships/slideLayout" Target="../slideLayouts/slideLayout58.xml"/><Relationship Id="rId16" Type="http://schemas.openxmlformats.org/officeDocument/2006/relationships/slideLayout" Target="../slideLayouts/slideLayout72.xml"/><Relationship Id="rId29" Type="http://schemas.openxmlformats.org/officeDocument/2006/relationships/slideLayout" Target="../slideLayouts/slideLayout85.xml"/><Relationship Id="rId1" Type="http://schemas.openxmlformats.org/officeDocument/2006/relationships/slideLayout" Target="../slideLayouts/slideLayout57.xml"/><Relationship Id="rId6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7.xml"/><Relationship Id="rId24" Type="http://schemas.openxmlformats.org/officeDocument/2006/relationships/slideLayout" Target="../slideLayouts/slideLayout80.xml"/><Relationship Id="rId32" Type="http://schemas.openxmlformats.org/officeDocument/2006/relationships/slideLayout" Target="../slideLayouts/slideLayout88.xml"/><Relationship Id="rId37" Type="http://schemas.openxmlformats.org/officeDocument/2006/relationships/slideLayout" Target="../slideLayouts/slideLayout93.xml"/><Relationship Id="rId40" Type="http://schemas.openxmlformats.org/officeDocument/2006/relationships/slideLayout" Target="../slideLayouts/slideLayout96.xml"/><Relationship Id="rId45" Type="http://schemas.openxmlformats.org/officeDocument/2006/relationships/slideLayout" Target="../slideLayouts/slideLayout101.xml"/><Relationship Id="rId5" Type="http://schemas.openxmlformats.org/officeDocument/2006/relationships/slideLayout" Target="../slideLayouts/slideLayout61.xml"/><Relationship Id="rId15" Type="http://schemas.openxmlformats.org/officeDocument/2006/relationships/slideLayout" Target="../slideLayouts/slideLayout71.xml"/><Relationship Id="rId23" Type="http://schemas.openxmlformats.org/officeDocument/2006/relationships/slideLayout" Target="../slideLayouts/slideLayout79.xml"/><Relationship Id="rId28" Type="http://schemas.openxmlformats.org/officeDocument/2006/relationships/slideLayout" Target="../slideLayouts/slideLayout84.xml"/><Relationship Id="rId36" Type="http://schemas.openxmlformats.org/officeDocument/2006/relationships/slideLayout" Target="../slideLayouts/slideLayout92.xml"/><Relationship Id="rId10" Type="http://schemas.openxmlformats.org/officeDocument/2006/relationships/slideLayout" Target="../slideLayouts/slideLayout66.xml"/><Relationship Id="rId19" Type="http://schemas.openxmlformats.org/officeDocument/2006/relationships/slideLayout" Target="../slideLayouts/slideLayout75.xml"/><Relationship Id="rId31" Type="http://schemas.openxmlformats.org/officeDocument/2006/relationships/slideLayout" Target="../slideLayouts/slideLayout87.xml"/><Relationship Id="rId44" Type="http://schemas.openxmlformats.org/officeDocument/2006/relationships/slideLayout" Target="../slideLayouts/slideLayout100.xml"/><Relationship Id="rId4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70.xml"/><Relationship Id="rId22" Type="http://schemas.openxmlformats.org/officeDocument/2006/relationships/slideLayout" Target="../slideLayouts/slideLayout78.xml"/><Relationship Id="rId27" Type="http://schemas.openxmlformats.org/officeDocument/2006/relationships/slideLayout" Target="../slideLayouts/slideLayout83.xml"/><Relationship Id="rId30" Type="http://schemas.openxmlformats.org/officeDocument/2006/relationships/slideLayout" Target="../slideLayouts/slideLayout86.xml"/><Relationship Id="rId35" Type="http://schemas.openxmlformats.org/officeDocument/2006/relationships/slideLayout" Target="../slideLayouts/slideLayout91.xml"/><Relationship Id="rId43" Type="http://schemas.openxmlformats.org/officeDocument/2006/relationships/slideLayout" Target="../slideLayouts/slideLayout99.xml"/><Relationship Id="rId8" Type="http://schemas.openxmlformats.org/officeDocument/2006/relationships/slideLayout" Target="../slideLayouts/slideLayout64.xml"/><Relationship Id="rId3" Type="http://schemas.openxmlformats.org/officeDocument/2006/relationships/slideLayout" Target="../slideLayouts/slideLayout59.xml"/><Relationship Id="rId12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73.xml"/><Relationship Id="rId25" Type="http://schemas.openxmlformats.org/officeDocument/2006/relationships/slideLayout" Target="../slideLayouts/slideLayout81.xml"/><Relationship Id="rId33" Type="http://schemas.openxmlformats.org/officeDocument/2006/relationships/slideLayout" Target="../slideLayouts/slideLayout89.xml"/><Relationship Id="rId38" Type="http://schemas.openxmlformats.org/officeDocument/2006/relationships/slideLayout" Target="../slideLayouts/slideLayout94.xml"/><Relationship Id="rId46" Type="http://schemas.openxmlformats.org/officeDocument/2006/relationships/slideLayout" Target="../slideLayouts/slideLayout102.xml"/><Relationship Id="rId20" Type="http://schemas.openxmlformats.org/officeDocument/2006/relationships/slideLayout" Target="../slideLayouts/slideLayout76.xml"/><Relationship Id="rId41" Type="http://schemas.openxmlformats.org/officeDocument/2006/relationships/slideLayout" Target="../slideLayouts/slideLayout9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2656B74-5E53-98EC-573D-6A46CA208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C1C1BF-0345-E94B-23B0-88ABC76B57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DE1B46-3BCD-8A2E-53BF-90F8C38B915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363CB0-67AE-D446-85BD-0BC988321D20}" type="datetimeFigureOut">
              <a:rPr lang="en-US" smtClean="0"/>
              <a:t>5/20/26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112473-F21C-B529-B92B-001DDA8D07F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4E39D5-9383-DBAE-AA65-D348147FF8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E9CFB7B-1A61-8C42-8CCF-41DC2BF3035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048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87" r:id="rId12"/>
    <p:sldLayoutId id="2147483859" r:id="rId13"/>
    <p:sldLayoutId id="2147483860" r:id="rId14"/>
    <p:sldLayoutId id="2147483861" r:id="rId15"/>
    <p:sldLayoutId id="2147483862" r:id="rId16"/>
    <p:sldLayoutId id="2147483863" r:id="rId17"/>
    <p:sldLayoutId id="2147483864" r:id="rId18"/>
    <p:sldLayoutId id="2147483865" r:id="rId19"/>
    <p:sldLayoutId id="2147483866" r:id="rId20"/>
    <p:sldLayoutId id="2147483867" r:id="rId21"/>
    <p:sldLayoutId id="2147483868" r:id="rId22"/>
    <p:sldLayoutId id="2147483869" r:id="rId23"/>
    <p:sldLayoutId id="2147483870" r:id="rId24"/>
    <p:sldLayoutId id="2147483871" r:id="rId25"/>
    <p:sldLayoutId id="2147483872" r:id="rId2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769264" y="6469507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287999" y="288036"/>
            <a:ext cx="11293592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/>
          <a:lstStyle/>
          <a:p>
            <a:r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287300" y="1663700"/>
            <a:ext cx="11293592" cy="4334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4125" y="6469507"/>
            <a:ext cx="2477765" cy="123111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IBM Security / For IBM and Business Partner Use Only</a:t>
            </a:r>
          </a:p>
        </p:txBody>
      </p:sp>
    </p:spTree>
    <p:extLst>
      <p:ext uri="{BB962C8B-B14F-4D97-AF65-F5344CB8AC3E}">
        <p14:creationId xmlns:p14="http://schemas.microsoft.com/office/powerpoint/2010/main" val="39844398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846" r:id="rId27"/>
    <p:sldLayoutId id="2147483855" r:id="rId28"/>
    <p:sldLayoutId id="2147483856" r:id="rId29"/>
    <p:sldLayoutId id="2147483857" r:id="rId30"/>
  </p:sldLayoutIdLst>
  <p:transition spd="slow">
    <p:fade/>
  </p:transition>
  <p:hf hdr="0" dt="0"/>
  <p:txStyles>
    <p:titleStyle>
      <a:lvl1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181248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362497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543744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724993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164559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329118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493677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571386" marR="0" indent="-228554" algn="l" defTabSz="1218956" rtl="0" eaLnBrk="1" latinLnBrk="0" hangingPunct="1">
        <a:lnSpc>
          <a:spcPct val="110000"/>
        </a:lnSpc>
        <a:spcBef>
          <a:spcPts val="145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921346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1102595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1283843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1465091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171461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342922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514384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685845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857307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1028768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1200230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1371691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0F62FE"/>
          </p15:clr>
        </p15:guide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7" orient="horz" pos="2160">
          <p15:clr>
            <a:srgbClr val="0F62FE"/>
          </p15:clr>
        </p15:guide>
        <p15:guide id="19" orient="horz" pos="3240">
          <p15:clr>
            <a:srgbClr val="EE5396"/>
          </p15:clr>
        </p15:guide>
        <p15:guide id="20" orient="horz" pos="1056">
          <p15:clr>
            <a:srgbClr val="EE5396"/>
          </p15:clr>
        </p15:guide>
        <p15:guide id="21" orient="horz" pos="364">
          <p15:clr>
            <a:srgbClr val="EE5396"/>
          </p15:clr>
        </p15:guide>
        <p15:guide id="22" orient="horz" pos="5400">
          <p15:clr>
            <a:srgbClr val="EE5396"/>
          </p15:clr>
        </p15:guide>
        <p15:guide id="24" orient="horz" pos="7557">
          <p15:clr>
            <a:srgbClr val="EE5396"/>
          </p15:clr>
        </p15:guide>
        <p15:guide id="25" orient="horz" pos="8273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28" orient="horz" pos="6480">
          <p15:clr>
            <a:srgbClr val="0F62FE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769264" y="6469507"/>
            <a:ext cx="135436" cy="12311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 anchor="b" anchorCtr="0">
            <a:spAutoFit/>
          </a:bodyPr>
          <a:lstStyle>
            <a:lvl1pPr algn="r">
              <a:defRPr sz="800" b="0" i="0">
                <a:solidFill>
                  <a:schemeClr val="tx1"/>
                </a:solidFill>
                <a:latin typeface="IBM Plex Sans" panose="020B0503050203000203" pitchFamily="34" charset="0"/>
                <a:ea typeface="+mn-ea"/>
                <a:cs typeface="+mn-cs"/>
                <a:sym typeface="IBM Plex Sans"/>
              </a:defRPr>
            </a:lvl1pPr>
          </a:lstStyle>
          <a:p>
            <a:fld id="{86CB4B4D-7CA3-9044-876B-883B54F8677D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287999" y="288036"/>
            <a:ext cx="11293592" cy="13255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/>
          <a:lstStyle/>
          <a:p>
            <a:r>
              <a:t>Title Text</a:t>
            </a:r>
          </a:p>
        </p:txBody>
      </p:sp>
      <p:sp>
        <p:nvSpPr>
          <p:cNvPr id="49" name="Body Level One…"/>
          <p:cNvSpPr txBox="1">
            <a:spLocks noGrp="1"/>
          </p:cNvSpPr>
          <p:nvPr>
            <p:ph type="body" idx="1"/>
          </p:nvPr>
        </p:nvSpPr>
        <p:spPr>
          <a:xfrm>
            <a:off x="287300" y="1663700"/>
            <a:ext cx="11293592" cy="4334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9EB465A-FE7F-6B71-D716-1673174BBF5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84125" y="6402118"/>
            <a:ext cx="2477765" cy="190500"/>
          </a:xfrm>
          <a:prstGeom prst="rect">
            <a:avLst/>
          </a:prstGeom>
        </p:spPr>
        <p:txBody>
          <a:bodyPr vert="horz" lIns="0" tIns="0" rIns="0" bIns="0" rtlCol="0" anchor="b"/>
          <a:lstStyle>
            <a:lvl1pPr algn="l">
              <a:defRPr sz="800" b="0" i="0">
                <a:solidFill>
                  <a:schemeClr val="tx1"/>
                </a:solidFill>
                <a:latin typeface="IBM Plex Sans" panose="020B0503050203000203" pitchFamily="34" charset="0"/>
              </a:defRPr>
            </a:lvl1pPr>
          </a:lstStyle>
          <a:p>
            <a:r>
              <a:rPr lang="en-US" dirty="0"/>
              <a:t>Footer text (optional)</a:t>
            </a:r>
          </a:p>
        </p:txBody>
      </p:sp>
    </p:spTree>
    <p:extLst>
      <p:ext uri="{BB962C8B-B14F-4D97-AF65-F5344CB8AC3E}">
        <p14:creationId xmlns:p14="http://schemas.microsoft.com/office/powerpoint/2010/main" val="4178479151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0" r:id="rId1"/>
    <p:sldLayoutId id="2147483781" r:id="rId2"/>
    <p:sldLayoutId id="2147483782" r:id="rId3"/>
    <p:sldLayoutId id="2147483783" r:id="rId4"/>
    <p:sldLayoutId id="2147483784" r:id="rId5"/>
    <p:sldLayoutId id="2147483785" r:id="rId6"/>
    <p:sldLayoutId id="2147483786" r:id="rId7"/>
    <p:sldLayoutId id="2147483787" r:id="rId8"/>
    <p:sldLayoutId id="2147483788" r:id="rId9"/>
    <p:sldLayoutId id="2147483789" r:id="rId10"/>
    <p:sldLayoutId id="2147483790" r:id="rId11"/>
    <p:sldLayoutId id="2147483791" r:id="rId12"/>
    <p:sldLayoutId id="2147483792" r:id="rId13"/>
    <p:sldLayoutId id="2147483793" r:id="rId14"/>
    <p:sldLayoutId id="2147483794" r:id="rId15"/>
    <p:sldLayoutId id="2147483795" r:id="rId16"/>
    <p:sldLayoutId id="2147483796" r:id="rId17"/>
    <p:sldLayoutId id="2147483797" r:id="rId18"/>
    <p:sldLayoutId id="2147483798" r:id="rId19"/>
    <p:sldLayoutId id="2147483799" r:id="rId20"/>
    <p:sldLayoutId id="2147483800" r:id="rId21"/>
    <p:sldLayoutId id="2147483801" r:id="rId22"/>
    <p:sldLayoutId id="2147483802" r:id="rId23"/>
    <p:sldLayoutId id="2147483803" r:id="rId24"/>
    <p:sldLayoutId id="2147483804" r:id="rId25"/>
    <p:sldLayoutId id="2147483805" r:id="rId26"/>
    <p:sldLayoutId id="2147483806" r:id="rId27"/>
    <p:sldLayoutId id="2147483807" r:id="rId28"/>
    <p:sldLayoutId id="2147483808" r:id="rId29"/>
    <p:sldLayoutId id="2147483809" r:id="rId30"/>
    <p:sldLayoutId id="2147483810" r:id="rId31"/>
    <p:sldLayoutId id="2147483811" r:id="rId32"/>
    <p:sldLayoutId id="2147483812" r:id="rId33"/>
    <p:sldLayoutId id="2147483813" r:id="rId34"/>
    <p:sldLayoutId id="2147483814" r:id="rId35"/>
    <p:sldLayoutId id="2147483815" r:id="rId36"/>
    <p:sldLayoutId id="2147483816" r:id="rId37"/>
    <p:sldLayoutId id="2147483817" r:id="rId38"/>
    <p:sldLayoutId id="2147483818" r:id="rId39"/>
    <p:sldLayoutId id="2147483819" r:id="rId40"/>
    <p:sldLayoutId id="2147483820" r:id="rId41"/>
    <p:sldLayoutId id="2147483821" r:id="rId42"/>
    <p:sldLayoutId id="2147483822" r:id="rId43"/>
    <p:sldLayoutId id="2147483823" r:id="rId44"/>
    <p:sldLayoutId id="2147483824" r:id="rId45"/>
    <p:sldLayoutId id="2147483825" r:id="rId46"/>
  </p:sldLayoutIdLst>
  <p:transition spd="med"/>
  <p:hf hdr="0" dt="0"/>
  <p:txStyles>
    <p:titleStyle>
      <a:lvl1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chemeClr val="tx2"/>
          </a:solidFill>
          <a:uFillTx/>
          <a:latin typeface="+mj-lt"/>
          <a:ea typeface="+mj-ea"/>
          <a:cs typeface="+mj-cs"/>
          <a:sym typeface="IBM Plex Sans Light"/>
        </a:defRPr>
      </a:lvl1pPr>
      <a:lvl2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2pPr>
      <a:lvl3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3pPr>
      <a:lvl4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4pPr>
      <a:lvl5pPr marL="0" marR="0" indent="0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0" marR="0" indent="181248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0" marR="0" indent="362497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0" marR="0" indent="543744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0" marR="0" indent="724993" algn="l" defTabSz="1218956" rtl="0" eaLnBrk="1" latinLnBrk="0" hangingPunct="1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199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titleStyle>
    <p:bodyStyle>
      <a:lvl1pPr marL="0" marR="0" indent="0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1pPr>
      <a:lvl2pPr marL="164559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2pPr>
      <a:lvl3pPr marL="329118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•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3pPr>
      <a:lvl4pPr marL="493677" marR="0" indent="-164559" algn="l" defTabSz="1218956" rtl="0" eaLnBrk="1" latinLnBrk="0" hangingPunct="1">
        <a:lnSpc>
          <a:spcPct val="110000"/>
        </a:lnSpc>
        <a:spcBef>
          <a:spcPts val="0"/>
        </a:spcBef>
        <a:spcAft>
          <a:spcPts val="0"/>
        </a:spcAft>
        <a:buClrTx/>
        <a:buSzPct val="100000"/>
        <a:buFontTx/>
        <a:buChar char="–"/>
        <a:tabLst/>
        <a:defRPr sz="1800" b="0" i="0" u="none" strike="noStrike" cap="none" spc="0" baseline="0">
          <a:solidFill>
            <a:schemeClr val="tx1"/>
          </a:solidFill>
          <a:uFillTx/>
          <a:latin typeface="+mj-lt"/>
          <a:ea typeface="+mj-ea"/>
          <a:cs typeface="+mj-cs"/>
          <a:sym typeface="IBM Plex Sans Light"/>
        </a:defRPr>
      </a:lvl4pPr>
      <a:lvl5pPr marL="571386" marR="0" indent="-228554" algn="l" defTabSz="1218956" rtl="0" eaLnBrk="1" latinLnBrk="0" hangingPunct="1">
        <a:lnSpc>
          <a:spcPct val="110000"/>
        </a:lnSpc>
        <a:spcBef>
          <a:spcPts val="1450"/>
        </a:spcBef>
        <a:spcAft>
          <a:spcPts val="0"/>
        </a:spcAft>
        <a:buClrTx/>
        <a:buSzPct val="100000"/>
        <a:buFont typeface="Arial" panose="020B0604020202020204" pitchFamily="34" charset="0"/>
        <a:buChar char="•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5pPr>
      <a:lvl6pPr marL="921346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6pPr>
      <a:lvl7pPr marL="1102595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7pPr>
      <a:lvl8pPr marL="1283843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8pPr>
      <a:lvl9pPr marL="1465091" marR="0" indent="-194466" algn="l" defTabSz="1218956" rtl="0" eaLnBrk="1" latinLnBrk="0" hangingPunct="1">
        <a:lnSpc>
          <a:spcPct val="100000"/>
        </a:lnSpc>
        <a:spcBef>
          <a:spcPts val="1450"/>
        </a:spcBef>
        <a:spcAft>
          <a:spcPts val="0"/>
        </a:spcAft>
        <a:buClrTx/>
        <a:buSzPct val="100000"/>
        <a:buFontTx/>
        <a:buChar char="»"/>
        <a:tabLst/>
        <a:defRPr sz="1800" b="0" i="0" u="none" strike="noStrike" cap="none" spc="0" baseline="0">
          <a:solidFill>
            <a:srgbClr val="000000"/>
          </a:solidFill>
          <a:uFillTx/>
          <a:latin typeface="+mj-lt"/>
          <a:ea typeface="+mj-ea"/>
          <a:cs typeface="+mj-cs"/>
          <a:sym typeface="IBM Plex Sans Light"/>
        </a:defRPr>
      </a:lvl9pPr>
    </p:bodyStyle>
    <p:otherStyle>
      <a:lvl1pPr marL="0" marR="0" indent="0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1pPr>
      <a:lvl2pPr marL="0" marR="0" indent="171461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2pPr>
      <a:lvl3pPr marL="0" marR="0" indent="342922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3pPr>
      <a:lvl4pPr marL="0" marR="0" indent="514384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4pPr>
      <a:lvl5pPr marL="0" marR="0" indent="685845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5pPr>
      <a:lvl6pPr marL="0" marR="0" indent="857307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6pPr>
      <a:lvl7pPr marL="0" marR="0" indent="1028768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7pPr>
      <a:lvl8pPr marL="0" marR="0" indent="1200230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8pPr>
      <a:lvl9pPr marL="0" marR="0" indent="1371691" algn="r" defTabSz="914461" rtl="0" eaLnBrk="1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IBM Plex San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4320">
          <p15:clr>
            <a:srgbClr val="0F62FE"/>
          </p15:clr>
        </p15:guide>
        <p15:guide id="3" pos="364">
          <p15:clr>
            <a:srgbClr val="EE5396"/>
          </p15:clr>
        </p15:guide>
        <p15:guide id="4" pos="3840">
          <p15:clr>
            <a:srgbClr val="0F62FE"/>
          </p15:clr>
        </p15:guide>
        <p15:guide id="5" pos="1916">
          <p15:clr>
            <a:srgbClr val="EE5396"/>
          </p15:clr>
        </p15:guide>
        <p15:guide id="6" pos="5756">
          <p15:clr>
            <a:srgbClr val="EE5396"/>
          </p15:clr>
        </p15:guide>
        <p15:guide id="7" pos="7319">
          <p15:clr>
            <a:srgbClr val="EE5396"/>
          </p15:clr>
        </p15:guide>
        <p15:guide id="8" pos="8040">
          <p15:clr>
            <a:srgbClr val="EE5396"/>
          </p15:clr>
        </p15:guide>
        <p15:guide id="9" pos="4200">
          <p15:clr>
            <a:srgbClr val="EE5396"/>
          </p15:clr>
        </p15:guide>
        <p15:guide id="10" pos="3480">
          <p15:clr>
            <a:srgbClr val="EE5396"/>
          </p15:clr>
        </p15:guide>
        <p15:guide id="11" pos="9594">
          <p15:clr>
            <a:srgbClr val="EE5396"/>
          </p15:clr>
        </p15:guide>
        <p15:guide id="13" pos="11160">
          <p15:clr>
            <a:srgbClr val="EE5396"/>
          </p15:clr>
        </p15:guide>
        <p15:guide id="14" pos="11880">
          <p15:clr>
            <a:srgbClr val="EE5396"/>
          </p15:clr>
        </p15:guide>
        <p15:guide id="15" pos="13440">
          <p15:clr>
            <a:srgbClr val="EE5396"/>
          </p15:clr>
        </p15:guide>
        <p15:guide id="16" pos="14995">
          <p15:clr>
            <a:srgbClr val="EE5396"/>
          </p15:clr>
        </p15:guide>
        <p15:guide id="17" orient="horz" pos="2160">
          <p15:clr>
            <a:srgbClr val="0F62FE"/>
          </p15:clr>
        </p15:guide>
        <p15:guide id="19" orient="horz" pos="3240">
          <p15:clr>
            <a:srgbClr val="EE5396"/>
          </p15:clr>
        </p15:guide>
        <p15:guide id="20" orient="horz" pos="1080">
          <p15:clr>
            <a:srgbClr val="EE5396"/>
          </p15:clr>
        </p15:guide>
        <p15:guide id="21" orient="horz" pos="364">
          <p15:clr>
            <a:srgbClr val="EE5396"/>
          </p15:clr>
        </p15:guide>
        <p15:guide id="22" orient="horz" pos="5400">
          <p15:clr>
            <a:srgbClr val="EE5396"/>
          </p15:clr>
        </p15:guide>
        <p15:guide id="24" orient="horz" pos="7557">
          <p15:clr>
            <a:srgbClr val="EE5396"/>
          </p15:clr>
        </p15:guide>
        <p15:guide id="25" orient="horz" pos="8273">
          <p15:clr>
            <a:srgbClr val="EE5396"/>
          </p15:clr>
        </p15:guide>
        <p15:guide id="26" pos="7680">
          <p15:clr>
            <a:srgbClr val="0F62FE"/>
          </p15:clr>
        </p15:guide>
        <p15:guide id="27" pos="11520">
          <p15:clr>
            <a:srgbClr val="0F62FE"/>
          </p15:clr>
        </p15:guide>
        <p15:guide id="28" orient="horz" pos="6480">
          <p15:clr>
            <a:srgbClr val="0F62FE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5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2.xml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4C2375C2-B3CC-58B9-D79F-1F2E1CE2EBDB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6108" r="6108"/>
          <a:stretch>
            <a:fillRect/>
          </a:stretch>
        </p:blipFill>
        <p:spPr>
          <a:xfrm>
            <a:off x="6549760" y="341564"/>
            <a:ext cx="5420372" cy="617487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510C1F5-FAD0-0AC6-D892-50F2AE5F840E}"/>
              </a:ext>
            </a:extLst>
          </p:cNvPr>
          <p:cNvSpPr txBox="1">
            <a:spLocks/>
          </p:cNvSpPr>
          <p:nvPr/>
        </p:nvSpPr>
        <p:spPr>
          <a:xfrm>
            <a:off x="1562891" y="341564"/>
            <a:ext cx="4424528" cy="476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defTabSz="1218956"/>
            <a:r>
              <a:rPr sz="2999" dirty="0">
                <a:latin typeface="IBM Plex Sans Light"/>
              </a:rPr>
              <a:t>IBM </a:t>
            </a:r>
            <a:r>
              <a:rPr lang="en-US" sz="2999" dirty="0">
                <a:latin typeface="IBM Plex Sans Light"/>
              </a:rPr>
              <a:t>Bob</a:t>
            </a:r>
            <a:endParaRPr sz="2999" dirty="0">
              <a:latin typeface="IBM Plex Sans Light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42D85D93-97D7-1688-93E4-F40A95EDB354}"/>
              </a:ext>
            </a:extLst>
          </p:cNvPr>
          <p:cNvSpPr txBox="1">
            <a:spLocks/>
          </p:cNvSpPr>
          <p:nvPr/>
        </p:nvSpPr>
        <p:spPr>
          <a:xfrm>
            <a:off x="221869" y="1936137"/>
            <a:ext cx="6327892" cy="30398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defTabSz="1218956"/>
            <a:r>
              <a:rPr sz="2999" dirty="0"/>
              <a:t>Modernizing Legacy Java Application</a:t>
            </a:r>
          </a:p>
          <a:p>
            <a:endParaRPr lang="en-US" sz="2999" dirty="0"/>
          </a:p>
          <a:p>
            <a:r>
              <a:rPr sz="2999" dirty="0">
                <a:solidFill>
                  <a:schemeClr val="accent1"/>
                </a:solidFill>
              </a:rPr>
              <a:t>From Java 8 to Java 21 in </a:t>
            </a:r>
            <a:r>
              <a:rPr lang="en-US" sz="2999" dirty="0">
                <a:solidFill>
                  <a:schemeClr val="accent1"/>
                </a:solidFill>
              </a:rPr>
              <a:t>hours</a:t>
            </a:r>
            <a:r>
              <a:rPr sz="2999" dirty="0">
                <a:solidFill>
                  <a:schemeClr val="accent1"/>
                </a:solidFill>
              </a:rPr>
              <a:t>, not months</a:t>
            </a:r>
            <a:endParaRPr lang="en-US" sz="2999" dirty="0">
              <a:solidFill>
                <a:schemeClr val="accent1"/>
              </a:solidFill>
            </a:endParaRPr>
          </a:p>
          <a:p>
            <a:endParaRPr lang="en-US" sz="2999" dirty="0"/>
          </a:p>
          <a:p>
            <a:r>
              <a:rPr sz="2999" dirty="0"/>
              <a:t>IBM Bob + </a:t>
            </a:r>
            <a:r>
              <a:rPr lang="en-US" sz="2999" dirty="0"/>
              <a:t>J</a:t>
            </a:r>
            <a:r>
              <a:rPr sz="2999" dirty="0"/>
              <a:t>ava</a:t>
            </a:r>
            <a:r>
              <a:rPr lang="en-US" sz="2999" dirty="0"/>
              <a:t> </a:t>
            </a:r>
            <a:r>
              <a:rPr sz="2999" dirty="0"/>
              <a:t>modernization mode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27ED050-65B7-21B8-F2DA-6E61BDE1E4C6}"/>
              </a:ext>
            </a:extLst>
          </p:cNvPr>
          <p:cNvSpPr txBox="1">
            <a:spLocks/>
          </p:cNvSpPr>
          <p:nvPr/>
        </p:nvSpPr>
        <p:spPr>
          <a:xfrm>
            <a:off x="287961" y="5320705"/>
            <a:ext cx="4148572" cy="87591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/>
          <a:lstStyle>
            <a:lvl1pPr marL="0" marR="0" indent="0" algn="l" defTabSz="2438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defTabSz="1218956"/>
            <a:r>
              <a:rPr lang="en-US" sz="2400" kern="0" dirty="0">
                <a:solidFill>
                  <a:schemeClr val="tx1"/>
                </a:solidFill>
              </a:rPr>
              <a:t>Igor Olikh</a:t>
            </a:r>
          </a:p>
          <a:p>
            <a:pPr defTabSz="1218956"/>
            <a:r>
              <a:rPr lang="en-US" sz="2400" kern="0" dirty="0">
                <a:solidFill>
                  <a:schemeClr val="tx1"/>
                </a:solidFill>
                <a:latin typeface="IBM Plex Sans Light"/>
              </a:rPr>
              <a:t>AI Solutions Architect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9E9791E-E0FC-0324-0CAE-0D4595A8974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87909"/>
            <a:ext cx="1562891" cy="1562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93072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F32639-1E09-CF5E-AB5D-AB5A77502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EBB64-C53B-8120-9D80-85184F83B2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8755" y="243437"/>
            <a:ext cx="10094307" cy="338554"/>
          </a:xfrm>
        </p:spPr>
        <p:txBody>
          <a:bodyPr/>
          <a:lstStyle/>
          <a:p>
            <a:r>
              <a:rPr sz="2200">
                <a:solidFill>
                  <a:srgbClr val="000000"/>
                </a:solidFill>
              </a:rPr>
              <a:t>Java isn't legacy. It powers most of the world's enterprise systems</a:t>
            </a:r>
          </a:p>
        </p:txBody>
      </p:sp>
      <p:pic>
        <p:nvPicPr>
          <p:cNvPr id="31" name="Picture 30" descr="java-ap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755" y="581991"/>
            <a:ext cx="9676512" cy="6123200"/>
          </a:xfrm>
          <a:prstGeom prst="rect">
            <a:avLst/>
          </a:prstGeom>
        </p:spPr>
      </p:pic>
      <p:grpSp>
        <p:nvGrpSpPr>
          <p:cNvPr id="30" name="Group 29">
            <a:extLst>
              <a:ext uri="{FF2B5EF4-FFF2-40B4-BE49-F238E27FC236}">
                <a16:creationId xmlns:a16="http://schemas.microsoft.com/office/drawing/2014/main" id="{1A420967-8374-78DC-A009-639329A69D46}"/>
              </a:ext>
            </a:extLst>
          </p:cNvPr>
          <p:cNvGrpSpPr/>
          <p:nvPr/>
        </p:nvGrpSpPr>
        <p:grpSpPr>
          <a:xfrm>
            <a:off x="4566130" y="2797728"/>
            <a:ext cx="4705063" cy="1582802"/>
            <a:chOff x="16363182" y="2200545"/>
            <a:chExt cx="6929177" cy="1544586"/>
          </a:xfrm>
        </p:grpSpPr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FC16C317-5A21-7085-2A49-1B9EA4B55BA6}"/>
                </a:ext>
              </a:extLst>
            </p:cNvPr>
            <p:cNvSpPr/>
            <p:nvPr/>
          </p:nvSpPr>
          <p:spPr bwMode="auto">
            <a:xfrm>
              <a:off x="16363182" y="2200545"/>
              <a:ext cx="6816781" cy="1544586"/>
            </a:xfrm>
            <a:prstGeom prst="rect">
              <a:avLst/>
            </a:prstGeom>
            <a:solidFill>
              <a:srgbClr val="E5F6FF"/>
            </a:solidFill>
            <a:ln w="19050">
              <a:solidFill>
                <a:srgbClr val="002F6C"/>
              </a:solidFill>
              <a:headEnd type="none" w="med" len="med"/>
              <a:tailEnd type="none" w="med" len="med"/>
            </a:ln>
            <a:effectLst/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vert="horz" wrap="square" lIns="45714" tIns="45714" rIns="45714" bIns="45714" numCol="1" rtlCol="0" anchor="t" anchorCtr="0" compatLnSpc="1">
              <a:prstTxWarp prst="textNoShape">
                <a:avLst/>
              </a:prstTxWarp>
            </a:bodyPr>
            <a:lstStyle/>
            <a:p>
              <a:pPr defTabSz="457109" fontAlgn="base">
                <a:spcBef>
                  <a:spcPct val="0"/>
                </a:spcBef>
                <a:spcAft>
                  <a:spcPct val="0"/>
                </a:spcAft>
              </a:pPr>
              <a:endParaRPr lang="en-US" sz="700" dirty="0">
                <a:solidFill>
                  <a:srgbClr val="FFFFFF"/>
                </a:solidFill>
                <a:latin typeface="IBM Plex Sans Light"/>
              </a:endParaRPr>
            </a:p>
          </p:txBody>
        </p:sp>
        <p:sp>
          <p:nvSpPr>
            <p:cNvPr id="6" name="Title 1">
              <a:extLst>
                <a:ext uri="{FF2B5EF4-FFF2-40B4-BE49-F238E27FC236}">
                  <a16:creationId xmlns:a16="http://schemas.microsoft.com/office/drawing/2014/main" id="{FA192DFB-C620-21AB-9A18-4A0A99BE8C84}"/>
                </a:ext>
              </a:extLst>
            </p:cNvPr>
            <p:cNvSpPr txBox="1">
              <a:spLocks/>
            </p:cNvSpPr>
            <p:nvPr/>
          </p:nvSpPr>
          <p:spPr>
            <a:xfrm>
              <a:off x="16475575" y="2314241"/>
              <a:ext cx="6816784" cy="273317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0" tIns="0" rIns="228570" bIns="0">
              <a:spAutoFit/>
            </a:bodyPr>
            <a:lstStyle>
              <a:lvl1pPr marL="0" marR="0" indent="0" algn="l" defTabSz="24384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6400" b="0" i="0" u="none" strike="noStrike" cap="none" spc="0" baseline="0">
                  <a:solidFill>
                    <a:schemeClr val="tx2"/>
                  </a:solidFill>
                  <a:uFillTx/>
                  <a:latin typeface="+mj-lt"/>
                  <a:ea typeface="+mj-ea"/>
                  <a:cs typeface="+mj-cs"/>
                  <a:sym typeface="IBM Plex Sans Light"/>
                </a:defRPr>
              </a:lvl1pPr>
              <a:lvl2pPr marL="0" marR="0" indent="0" algn="l" defTabSz="2438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6400" b="0" i="0" u="none" strike="noStrike" cap="none" spc="0" baseline="0">
                  <a:solidFill>
                    <a:srgbClr val="000000"/>
                  </a:solidFill>
                  <a:uFillTx/>
                  <a:latin typeface="+mj-lt"/>
                  <a:ea typeface="+mj-ea"/>
                  <a:cs typeface="+mj-cs"/>
                  <a:sym typeface="IBM Plex Sans Light"/>
                </a:defRPr>
              </a:lvl2pPr>
              <a:lvl3pPr marL="0" marR="0" indent="0" algn="l" defTabSz="2438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6400" b="0" i="0" u="none" strike="noStrike" cap="none" spc="0" baseline="0">
                  <a:solidFill>
                    <a:srgbClr val="000000"/>
                  </a:solidFill>
                  <a:uFillTx/>
                  <a:latin typeface="+mj-lt"/>
                  <a:ea typeface="+mj-ea"/>
                  <a:cs typeface="+mj-cs"/>
                  <a:sym typeface="IBM Plex Sans Light"/>
                </a:defRPr>
              </a:lvl3pPr>
              <a:lvl4pPr marL="0" marR="0" indent="0" algn="l" defTabSz="2438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6400" b="0" i="0" u="none" strike="noStrike" cap="none" spc="0" baseline="0">
                  <a:solidFill>
                    <a:srgbClr val="000000"/>
                  </a:solidFill>
                  <a:uFillTx/>
                  <a:latin typeface="+mj-lt"/>
                  <a:ea typeface="+mj-ea"/>
                  <a:cs typeface="+mj-cs"/>
                  <a:sym typeface="IBM Plex Sans Light"/>
                </a:defRPr>
              </a:lvl4pPr>
              <a:lvl5pPr marL="0" marR="0" indent="0" algn="l" defTabSz="2438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6400" b="0" i="0" u="none" strike="noStrike" cap="none" spc="0" baseline="0">
                  <a:solidFill>
                    <a:srgbClr val="000000"/>
                  </a:solidFill>
                  <a:uFillTx/>
                  <a:latin typeface="+mj-lt"/>
                  <a:ea typeface="+mj-ea"/>
                  <a:cs typeface="+mj-cs"/>
                  <a:sym typeface="IBM Plex Sans Light"/>
                </a:defRPr>
              </a:lvl5pPr>
              <a:lvl6pPr marL="0" marR="0" indent="362568" algn="l" defTabSz="2438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6400" b="0" i="0" u="none" strike="noStrike" cap="none" spc="0" baseline="0">
                  <a:solidFill>
                    <a:srgbClr val="000000"/>
                  </a:solidFill>
                  <a:uFillTx/>
                  <a:latin typeface="+mj-lt"/>
                  <a:ea typeface="+mj-ea"/>
                  <a:cs typeface="+mj-cs"/>
                  <a:sym typeface="IBM Plex Sans Light"/>
                </a:defRPr>
              </a:lvl6pPr>
              <a:lvl7pPr marL="0" marR="0" indent="725139" algn="l" defTabSz="2438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6400" b="0" i="0" u="none" strike="noStrike" cap="none" spc="0" baseline="0">
                  <a:solidFill>
                    <a:srgbClr val="000000"/>
                  </a:solidFill>
                  <a:uFillTx/>
                  <a:latin typeface="+mj-lt"/>
                  <a:ea typeface="+mj-ea"/>
                  <a:cs typeface="+mj-cs"/>
                  <a:sym typeface="IBM Plex Sans Light"/>
                </a:defRPr>
              </a:lvl7pPr>
              <a:lvl8pPr marL="0" marR="0" indent="1087706" algn="l" defTabSz="2438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6400" b="0" i="0" u="none" strike="noStrike" cap="none" spc="0" baseline="0">
                  <a:solidFill>
                    <a:srgbClr val="000000"/>
                  </a:solidFill>
                  <a:uFillTx/>
                  <a:latin typeface="+mj-lt"/>
                  <a:ea typeface="+mj-ea"/>
                  <a:cs typeface="+mj-cs"/>
                  <a:sym typeface="IBM Plex Sans Light"/>
                </a:defRPr>
              </a:lvl8pPr>
              <a:lvl9pPr marL="0" marR="0" indent="1450276" algn="l" defTabSz="2438400" rtl="0" eaLnBrk="1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6400" b="0" i="0" u="none" strike="noStrike" cap="none" spc="0" baseline="0">
                  <a:solidFill>
                    <a:srgbClr val="000000"/>
                  </a:solidFill>
                  <a:uFillTx/>
                  <a:latin typeface="+mj-lt"/>
                  <a:ea typeface="+mj-ea"/>
                  <a:cs typeface="+mj-cs"/>
                  <a:sym typeface="IBM Plex Sans Light"/>
                </a:defRPr>
              </a:lvl9pPr>
            </a:lstStyle>
            <a:p>
              <a:pPr algn="ctr" defTabSz="1218956"/>
              <a:r>
                <a:rPr sz="1200" b="1">
                  <a:solidFill>
                    <a:srgbClr val="000000"/>
                  </a:solidFill>
                  <a:latin typeface="IBM Plex Sans Light"/>
                </a:rPr>
                <a:t>JAVA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3DE8B7A9-BA7E-F473-91FD-011716B4BFDF}"/>
                </a:ext>
              </a:extLst>
            </p:cNvPr>
            <p:cNvSpPr txBox="1"/>
            <p:nvPr/>
          </p:nvSpPr>
          <p:spPr>
            <a:xfrm>
              <a:off x="16481881" y="2587558"/>
              <a:ext cx="6579383" cy="949086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:m="http://schemas.openxmlformats.org/officeDocument/2006/math" xmlns:a14="http://schemas.microsoft.com/office/drawing/2010/main" xmlns:ma14="http://schemas.microsoft.com/office/mac/drawingml/2011/main" xmlns="" val="1"/>
              </a:ext>
            </a:extLst>
          </p:spPr>
          <p:txBody>
            <a:bodyPr wrap="square" lIns="0" tIns="0" rIns="0" bIns="0" rtlCol="0" anchor="t">
              <a:noAutofit/>
            </a:bodyPr>
            <a:lstStyle/>
            <a:p>
              <a:pPr marL="171450" indent="-171450" algn="just" defTabSz="914507">
                <a:buFont typeface="Arial" panose="020B0604020202020204" pitchFamily="34" charset="0"/>
                <a:buChar char="•"/>
                <a:defRPr/>
              </a:pPr>
              <a:r>
                <a:rPr sz="1200" dirty="0">
                  <a:solidFill>
                    <a:srgbClr val="000000"/>
                  </a:solidFill>
                </a:rPr>
                <a:t>Java 8 still runs over 50% of enterprise Java workloads</a:t>
              </a:r>
              <a:endParaRPr lang="en-US" sz="1200" dirty="0">
                <a:solidFill>
                  <a:srgbClr val="000000"/>
                </a:solidFill>
              </a:endParaRPr>
            </a:p>
            <a:p>
              <a:pPr algn="just" defTabSz="914507">
                <a:defRPr/>
              </a:pPr>
              <a:endParaRPr sz="1200" dirty="0">
                <a:solidFill>
                  <a:srgbClr val="000000"/>
                </a:solidFill>
              </a:endParaRPr>
            </a:p>
            <a:p>
              <a:r>
                <a:rPr sz="1200" dirty="0">
                  <a:solidFill>
                    <a:srgbClr val="000000"/>
                  </a:solidFill>
                </a:rPr>
                <a:t>Banking, telecom and government heavily rely on Java 8</a:t>
              </a:r>
            </a:p>
            <a:p>
              <a:r>
                <a:rPr sz="1200" dirty="0">
                  <a:solidFill>
                    <a:srgbClr val="000000"/>
                  </a:solidFill>
                </a:rPr>
                <a:t>Java 21 LTS (Sept 2023) brings Records, Sealed Types, Virtual Threads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698231572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9B1A2713-4062-ECF3-F770-93A3B54C67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F750D8-FFCF-2DC7-9223-039A0C242AD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9839" y="245507"/>
            <a:ext cx="3687319" cy="397455"/>
          </a:xfrm>
        </p:spPr>
        <p:txBody>
          <a:bodyPr/>
          <a:lstStyle/>
          <a:p>
            <a:r>
              <a:rPr lang="en-US" sz="2400" dirty="0"/>
              <a:t>Architecture Diagram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344ACF-515C-6FFB-1897-E888937094FB}"/>
              </a:ext>
            </a:extLst>
          </p:cNvPr>
          <p:cNvSpPr txBox="1"/>
          <p:nvPr/>
        </p:nvSpPr>
        <p:spPr>
          <a:xfrm>
            <a:off x="6804863" y="392281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latin typeface="IBM Plex Sans Light"/>
              <a:sym typeface="IBM Plex Sans Light"/>
            </a:endParaRPr>
          </a:p>
        </p:txBody>
      </p:sp>
      <p:pic>
        <p:nvPicPr>
          <p:cNvPr id="12" name="Picture 11" descr="java-arch-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9839" y="776146"/>
            <a:ext cx="7367894" cy="5766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7680143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>
          <a:extLst>
            <a:ext uri="{FF2B5EF4-FFF2-40B4-BE49-F238E27FC236}">
              <a16:creationId xmlns:a16="http://schemas.microsoft.com/office/drawing/2014/main" id="{F46E5060-F2D8-3122-299F-21BAE5F622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66C8F93-BA53-0210-60CF-995AC126D3FC}"/>
              </a:ext>
            </a:extLst>
          </p:cNvPr>
          <p:cNvSpPr/>
          <p:nvPr/>
        </p:nvSpPr>
        <p:spPr bwMode="auto">
          <a:xfrm>
            <a:off x="6095206" y="0"/>
            <a:ext cx="6096794" cy="6857999"/>
          </a:xfrm>
          <a:prstGeom prst="rect">
            <a:avLst/>
          </a:prstGeom>
          <a:solidFill>
            <a:srgbClr val="E5F6FF"/>
          </a:solidFill>
          <a:ln w="19050">
            <a:solidFill>
              <a:srgbClr val="E5F6FF"/>
            </a:solidFill>
            <a:headEnd type="none" w="med" len="med"/>
            <a:tailEnd type="none" w="med" len="med"/>
          </a:ln>
          <a:effectLst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91440" tIns="91440" rIns="91440" bIns="9144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IBM Plex Sans Light"/>
              <a:buNone/>
              <a:tabLst/>
              <a:defRPr/>
            </a:pP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IBM Plex Sans Light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B1A1A99-EB55-2490-E853-6ABBCEF25F90}"/>
              </a:ext>
            </a:extLst>
          </p:cNvPr>
          <p:cNvSpPr txBox="1"/>
          <p:nvPr/>
        </p:nvSpPr>
        <p:spPr>
          <a:xfrm>
            <a:off x="6804863" y="392281"/>
            <a:ext cx="0" cy="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0" tIns="0" rIns="0" bIns="0" rtlCol="0">
            <a:noAutofit/>
          </a:bodyPr>
          <a:lstStyle/>
          <a:p>
            <a:pPr marL="222188" indent="-223330" defTabSz="1218956">
              <a:spcBef>
                <a:spcPts val="1450"/>
              </a:spcBef>
              <a:buSzPct val="100000"/>
              <a:buFontTx/>
              <a:buChar char="–"/>
            </a:pPr>
            <a:endParaRPr lang="en-US" kern="0" dirty="0">
              <a:solidFill>
                <a:srgbClr val="000000"/>
              </a:solidFill>
              <a:latin typeface="IBM Plex Sans Light"/>
              <a:sym typeface="IBM Plex Sans Light"/>
            </a:endParaRP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F8A30F8E-BC32-6A4D-636E-582006289836}"/>
              </a:ext>
            </a:extLst>
          </p:cNvPr>
          <p:cNvSpPr txBox="1">
            <a:spLocks/>
          </p:cNvSpPr>
          <p:nvPr/>
        </p:nvSpPr>
        <p:spPr>
          <a:xfrm>
            <a:off x="6454163" y="6208898"/>
            <a:ext cx="5331717" cy="60959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0" tIns="0" rIns="0" bIns="0" anchor="ctr"/>
          <a:lstStyle>
            <a:lvl1pPr marL="0" marR="0" indent="0" algn="ctr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164559" marR="0" indent="-164559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329118" marR="0" indent="-164559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•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493677" marR="0" indent="-164559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Char char="–"/>
              <a:tabLst/>
              <a:defRPr sz="1800" b="0" i="0" u="none" strike="noStrike" cap="none" spc="0" baseline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571386" marR="0" indent="-228554" algn="l" defTabSz="1218956" rtl="0" eaLnBrk="1" latinLnBrk="0" hangingPunct="1">
              <a:lnSpc>
                <a:spcPct val="11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 typeface="Arial" panose="020B0604020202020204" pitchFamily="34" charset="0"/>
              <a:buChar char="•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921346" marR="0" indent="-194466" algn="l" defTabSz="1218956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1102595" marR="0" indent="-194466" algn="l" defTabSz="1218956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1283843" marR="0" indent="-194466" algn="l" defTabSz="1218956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1465091" marR="0" indent="-194466" algn="l" defTabSz="1218956" rtl="0" eaLnBrk="1" latinLnBrk="0" hangingPunct="1">
              <a:lnSpc>
                <a:spcPct val="100000"/>
              </a:lnSpc>
              <a:spcBef>
                <a:spcPts val="1450"/>
              </a:spcBef>
              <a:spcAft>
                <a:spcPts val="0"/>
              </a:spcAft>
              <a:buClrTx/>
              <a:buSzPct val="100000"/>
              <a:buFontTx/>
              <a:buChar char="»"/>
              <a:tabLst/>
              <a:defRPr sz="18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algn="just">
              <a:defRPr/>
            </a:pPr>
            <a:endParaRPr lang="en-US" sz="3600" baseline="30000" dirty="0"/>
          </a:p>
        </p:txBody>
      </p:sp>
      <p:sp>
        <p:nvSpPr>
          <p:cNvPr id="38" name="AutoShape 2" descr="illustration of security attack surfaces">
            <a:extLst>
              <a:ext uri="{FF2B5EF4-FFF2-40B4-BE49-F238E27FC236}">
                <a16:creationId xmlns:a16="http://schemas.microsoft.com/office/drawing/2014/main" id="{3ACD3979-E7E1-E31C-6754-251C4C27798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287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58" name="Title 1">
            <a:extLst>
              <a:ext uri="{FF2B5EF4-FFF2-40B4-BE49-F238E27FC236}">
                <a16:creationId xmlns:a16="http://schemas.microsoft.com/office/drawing/2014/main" id="{88C87351-EA8D-1767-FE18-7FBC676F4430}"/>
              </a:ext>
            </a:extLst>
          </p:cNvPr>
          <p:cNvSpPr txBox="1">
            <a:spLocks/>
          </p:cNvSpPr>
          <p:nvPr/>
        </p:nvSpPr>
        <p:spPr>
          <a:xfrm>
            <a:off x="287299" y="105903"/>
            <a:ext cx="4225706" cy="4570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="http://schemas.openxmlformats.org/officeDocument/2006/math" xmlns:a14="http://schemas.microsoft.com/office/drawing/2010/main" xmlns:ma14="http://schemas.microsoft.com/office/mac/drawingml/2011/main" xmlns="" val="1"/>
            </a:ext>
          </a:extLst>
        </p:spPr>
        <p:txBody>
          <a:bodyPr lIns="0" tIns="0" rIns="0" bIns="0"/>
          <a:lstStyle>
            <a:lvl1pPr marL="0" marR="0" indent="0" algn="l" defTabSz="1218956" rtl="0" eaLnBrk="1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0" marR="0" indent="0" algn="l" defTabSz="1218956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99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1218956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99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1218956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99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1218956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99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181248" algn="l" defTabSz="1218956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99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362497" algn="l" defTabSz="1218956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99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543744" algn="l" defTabSz="1218956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99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724993" algn="l" defTabSz="1218956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199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r>
              <a:rPr lang="en-US" sz="2400" kern="0" dirty="0">
                <a:solidFill>
                  <a:srgbClr val="000000"/>
                </a:solidFill>
              </a:rPr>
              <a:t>Demo</a:t>
            </a:r>
          </a:p>
        </p:txBody>
      </p:sp>
    </p:spTree>
    <p:extLst>
      <p:ext uri="{BB962C8B-B14F-4D97-AF65-F5344CB8AC3E}">
        <p14:creationId xmlns:p14="http://schemas.microsoft.com/office/powerpoint/2010/main" val="261041435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209605-609A-E9CB-392A-26BDF9281C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Placeholder 3">
            <a:extLst>
              <a:ext uri="{FF2B5EF4-FFF2-40B4-BE49-F238E27FC236}">
                <a16:creationId xmlns:a16="http://schemas.microsoft.com/office/drawing/2014/main" id="{2965AEEA-6D34-7441-C98D-EC2DC1A16EC6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3"/>
          <a:srcRect l="6108" r="6108"/>
          <a:stretch>
            <a:fillRect/>
          </a:stretch>
        </p:blipFill>
        <p:spPr>
          <a:xfrm>
            <a:off x="6549760" y="341564"/>
            <a:ext cx="5420372" cy="6174871"/>
          </a:xfrm>
          <a:prstGeom prst="rect">
            <a:avLst/>
          </a:prstGeom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7AA0719A-6362-6875-86B3-74B09CDEB411}"/>
              </a:ext>
            </a:extLst>
          </p:cNvPr>
          <p:cNvSpPr txBox="1">
            <a:spLocks/>
          </p:cNvSpPr>
          <p:nvPr/>
        </p:nvSpPr>
        <p:spPr>
          <a:xfrm>
            <a:off x="1562891" y="341564"/>
            <a:ext cx="4424528" cy="4760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xmlns:a14="http://schemas.microsoft.com/office/drawing/2010/main" xmlns:m="http://schemas.openxmlformats.org/officeDocument/2006/math" val="1"/>
            </a:ext>
          </a:extLst>
        </p:spPr>
        <p:txBody>
          <a:bodyPr lIns="0" tIns="0" rIns="0" bIns="0" anchor="t"/>
          <a:lstStyle>
            <a:lvl1pPr marL="0" marR="0" indent="0" algn="l" defTabSz="2438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8400" b="0" i="0" u="none" strike="noStrike" cap="none" spc="0" baseline="0">
                <a:solidFill>
                  <a:schemeClr val="tx2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1pPr>
            <a:lvl2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2pPr>
            <a:lvl3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3pPr>
            <a:lvl4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4pPr>
            <a:lvl5pPr marL="0" marR="0" indent="0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5pPr>
            <a:lvl6pPr marL="0" marR="0" indent="362568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6pPr>
            <a:lvl7pPr marL="0" marR="0" indent="725139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7pPr>
            <a:lvl8pPr marL="0" marR="0" indent="108770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8pPr>
            <a:lvl9pPr marL="0" marR="0" indent="1450276" algn="l" defTabSz="2438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6400" b="0" i="0" u="none" strike="noStrike" cap="none" spc="0" baseline="0">
                <a:solidFill>
                  <a:srgbClr val="000000"/>
                </a:solidFill>
                <a:uFillTx/>
                <a:latin typeface="+mj-lt"/>
                <a:ea typeface="+mj-ea"/>
                <a:cs typeface="+mj-cs"/>
                <a:sym typeface="IBM Plex Sans Light"/>
              </a:defRPr>
            </a:lvl9pPr>
          </a:lstStyle>
          <a:p>
            <a:pPr defTabSz="1218956"/>
            <a:r>
              <a:rPr lang="en-US" sz="2950" kern="0" dirty="0">
                <a:solidFill>
                  <a:schemeClr val="tx1"/>
                </a:solidFill>
                <a:latin typeface="IBM Plex Sans Light"/>
              </a:rPr>
              <a:t>Why IBM BOB?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733B938-BCB6-D5E9-94DF-F29F688C24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87909"/>
            <a:ext cx="1562891" cy="15628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EA0EA7B-784D-7CCB-1354-FA1D12F80E0D}"/>
              </a:ext>
            </a:extLst>
          </p:cNvPr>
          <p:cNvSpPr txBox="1"/>
          <p:nvPr/>
        </p:nvSpPr>
        <p:spPr>
          <a:xfrm>
            <a:off x="279905" y="1507111"/>
            <a:ext cx="6269855" cy="46782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sz="1600" b="1" dirty="0"/>
              <a:t>Specialized Java and Modernization Expertise</a:t>
            </a:r>
            <a:endParaRPr lang="en-US" sz="1600" dirty="0"/>
          </a:p>
          <a:p>
            <a:endParaRPr lang="en-US" sz="1600" dirty="0"/>
          </a:p>
          <a:p>
            <a:r>
              <a:rPr sz="1600" b="1" dirty="0"/>
              <a:t>This project required deep understanding of:</a:t>
            </a:r>
          </a:p>
          <a:p>
            <a:r>
              <a:rPr sz="1600" b="1" dirty="0"/>
              <a:t>Modern Java syntax: Records, Sealed Types</a:t>
            </a:r>
            <a:r>
              <a:rPr lang="en-US" sz="1600" b="1" dirty="0"/>
              <a:t>, </a:t>
            </a:r>
            <a:r>
              <a:rPr sz="1600" b="1" dirty="0"/>
              <a:t>Pattern Matching</a:t>
            </a:r>
            <a:r>
              <a:rPr lang="en-US" sz="1600" b="1" dirty="0"/>
              <a:t>, </a:t>
            </a:r>
            <a:r>
              <a:rPr sz="1600" b="1" dirty="0"/>
              <a:t>Virtual Threads</a:t>
            </a:r>
          </a:p>
          <a:p>
            <a:r>
              <a:rPr sz="1600" b="1" dirty="0"/>
              <a:t>Maven build lifecycle (</a:t>
            </a:r>
            <a:r>
              <a:rPr sz="1600" b="1" dirty="0" err="1"/>
              <a:t>pom.xml</a:t>
            </a:r>
            <a:r>
              <a:rPr sz="1600" b="1" dirty="0"/>
              <a:t>, dependency management, compiler plugins)</a:t>
            </a:r>
          </a:p>
          <a:p>
            <a:r>
              <a:rPr sz="1600" b="1" dirty="0"/>
              <a:t>Enterprise Java patterns (Swing UI, layered MVC, in-memory repositories, exception hierarchies)</a:t>
            </a:r>
          </a:p>
          <a:p>
            <a:endParaRPr sz="1600" b="1" dirty="0"/>
          </a:p>
          <a:p>
            <a:r>
              <a:rPr sz="1600" b="1" dirty="0"/>
              <a:t>Native IBM Product Understanding</a:t>
            </a:r>
            <a:r>
              <a:rPr lang="en-US" sz="1600" b="1" dirty="0"/>
              <a:t>:</a:t>
            </a:r>
            <a:endParaRPr sz="1600" b="1" dirty="0"/>
          </a:p>
          <a:p>
            <a:r>
              <a:rPr sz="1600" b="1" dirty="0"/>
              <a:t>- Specialized /java-modernization mode trained for Java 8 → Java 21</a:t>
            </a:r>
            <a:r>
              <a:rPr lang="en-US" sz="1600" b="1" dirty="0"/>
              <a:t>+</a:t>
            </a:r>
            <a:r>
              <a:rPr sz="1600" b="1" dirty="0"/>
              <a:t> migration</a:t>
            </a:r>
          </a:p>
          <a:p>
            <a:r>
              <a:rPr sz="1600" b="1" dirty="0"/>
              <a:t>- IBM Cloud and Code Engine deployment patterns and best practices</a:t>
            </a:r>
          </a:p>
          <a:p>
            <a:r>
              <a:rPr sz="1600" b="1" dirty="0"/>
              <a:t>- Integration with the IBM </a:t>
            </a:r>
            <a:r>
              <a:rPr sz="1600" b="1" dirty="0" err="1"/>
              <a:t>watsonx</a:t>
            </a:r>
            <a:r>
              <a:rPr sz="1600" b="1" dirty="0"/>
              <a:t> Orchestrate ecosystem</a:t>
            </a:r>
          </a:p>
          <a:p>
            <a:r>
              <a:rPr sz="1600" b="1" dirty="0"/>
              <a:t>- Understanding of IBM's enterprise Java tooling (Open Liberty, </a:t>
            </a:r>
            <a:r>
              <a:rPr sz="1600" b="1" dirty="0" err="1"/>
              <a:t>Semeru</a:t>
            </a:r>
            <a:r>
              <a:rPr sz="1600" b="1" dirty="0"/>
              <a:t>)</a:t>
            </a:r>
          </a:p>
          <a:p>
            <a:r>
              <a:rPr sz="1600" b="1" dirty="0"/>
              <a:t>- Access to IBM MCP servers</a:t>
            </a:r>
          </a:p>
        </p:txBody>
      </p:sp>
    </p:spTree>
    <p:extLst>
      <p:ext uri="{BB962C8B-B14F-4D97-AF65-F5344CB8AC3E}">
        <p14:creationId xmlns:p14="http://schemas.microsoft.com/office/powerpoint/2010/main" val="575572071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DF2B97-92CD-2466-3B01-5C84E1221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55D6E-26DC-B3EE-14A0-D924B77032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37821" y="3143684"/>
            <a:ext cx="916358" cy="570632"/>
          </a:xfrm>
        </p:spPr>
        <p:txBody>
          <a:bodyPr vert="horz" lIns="0" tIns="0" rIns="0" bIns="0" rtlCol="0" anchor="ctr">
            <a:noAutofit/>
          </a:bodyPr>
          <a:lstStyle/>
          <a:p>
            <a:pPr algn="ctr">
              <a:lnSpc>
                <a:spcPct val="90000"/>
              </a:lnSpc>
            </a:pPr>
            <a:r>
              <a:rPr lang="en-US" sz="2400" dirty="0">
                <a:solidFill>
                  <a:schemeClr val="tx1"/>
                </a:solidFill>
                <a:latin typeface="IBM Plex Sans Light" panose="020B0403050203000203" pitchFamily="34" charset="0"/>
                <a:sym typeface="IBM Plex Sans Light"/>
              </a:rPr>
              <a:t>Q &amp; 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955A48-AEE2-6292-237C-C83165EC5614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26796882" y="13061317"/>
            <a:ext cx="61708" cy="123094"/>
          </a:xfrm>
        </p:spPr>
        <p:txBody>
          <a:bodyPr/>
          <a:lstStyle/>
          <a:p>
            <a:pPr marL="0" marR="0" lvl="0" indent="0" algn="r" defTabSz="68584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fld id="{59395FB3-9C97-154F-86B2-7E381B95126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685846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30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628879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9106748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IBM Brand Template 2022 (Microgrid)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 defTabSz="1829308" hangingPunct="0">
          <a:lnSpc>
            <a:spcPct val="110000"/>
          </a:lnSpc>
          <a:defRPr sz="2800" dirty="0" smtClean="0">
            <a:solidFill>
              <a:srgbClr val="000000"/>
            </a:solidFill>
            <a:latin typeface="IBM Plex Sans Light" panose="020B0403050203000203" pitchFamily="34" charset="0"/>
            <a:sym typeface="Helvetica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Security_Template_2023" id="{90B5EEF1-05DD-6441-91CE-8DAC5B2E2635}" vid="{DD75A2B6-E0A9-B349-B993-4165C892E6AB}"/>
    </a:ext>
  </a:extLst>
</a:theme>
</file>

<file path=ppt/theme/theme3.xml><?xml version="1.0" encoding="utf-8"?>
<a:theme xmlns:a="http://schemas.openxmlformats.org/drawingml/2006/main" name="IBM presentation template">
  <a:themeElements>
    <a:clrScheme name="Custom 1">
      <a:dk1>
        <a:srgbClr val="FFFFFF"/>
      </a:dk1>
      <a:lt1>
        <a:srgbClr val="000000"/>
      </a:lt1>
      <a:dk2>
        <a:srgbClr val="FFFFFF"/>
      </a:dk2>
      <a:lt2>
        <a:srgbClr val="000000"/>
      </a:lt2>
      <a:accent1>
        <a:srgbClr val="0F62FE"/>
      </a:accent1>
      <a:accent2>
        <a:srgbClr val="A56EFF"/>
      </a:accent2>
      <a:accent3>
        <a:srgbClr val="003A6D"/>
      </a:accent3>
      <a:accent4>
        <a:srgbClr val="009D9A"/>
      </a:accent4>
      <a:accent5>
        <a:srgbClr val="9F1853"/>
      </a:accent5>
      <a:accent6>
        <a:srgbClr val="FA4D56"/>
      </a:accent6>
      <a:hlink>
        <a:srgbClr val="0F62FE"/>
      </a:hlink>
      <a:folHlink>
        <a:srgbClr val="6F6F6F"/>
      </a:folHlink>
    </a:clrScheme>
    <a:fontScheme name="IBM Plex">
      <a:majorFont>
        <a:latin typeface="IBM Plex Sans Light"/>
        <a:ea typeface=""/>
        <a:cs typeface=""/>
      </a:majorFont>
      <a:minorFont>
        <a:latin typeface="IBM Plex San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rgbClr val="E5F6FF"/>
        </a:solidFill>
        <a:ln w="19050">
          <a:solidFill>
            <a:srgbClr val="E5F6FF"/>
          </a:solidFill>
          <a:headEnd type="none" w="med" len="med"/>
          <a:tailEnd type="none" w="med" len="med"/>
        </a:ln>
        <a:effectLst/>
      </a:spPr>
      <a:bodyPr vert="horz" wrap="square" lIns="91440" tIns="91440" rIns="91440" bIns="91440" numCol="1" rtlCol="0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 typeface="IBM Plex Sans Light"/>
          <a:buNone/>
          <a:tabLst/>
          <a:defRPr kumimoji="0" sz="1400" b="0" i="0" u="none" strike="noStrike" cap="none" normalizeH="0" baseline="0" dirty="0">
            <a:ln>
              <a:noFill/>
            </a:ln>
            <a:solidFill>
              <a:schemeClr val="bg1"/>
            </a:solidFill>
            <a:effectLst/>
            <a:latin typeface="+mn-lt"/>
          </a:defRPr>
        </a:defPPr>
      </a:lstStyle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ln w="12700">
          <a:solidFill>
            <a:schemeClr val="tx1"/>
          </a:solidFill>
          <a:headEnd type="none" w="med" len="med"/>
          <a:tailEnd type="none" w="med" len="med"/>
        </a:ln>
        <a:effectLst/>
      </a:spPr>
      <a:bodyPr/>
      <a:lstStyle/>
      <a:style>
        <a:lnRef idx="1">
          <a:schemeClr val="dk1"/>
        </a:lnRef>
        <a:fillRef idx="0">
          <a:schemeClr val="dk1"/>
        </a:fillRef>
        <a:effectRef idx="0">
          <a:schemeClr val="dk1"/>
        </a:effectRef>
        <a:fontRef idx="minor">
          <a:schemeClr val="tx1"/>
        </a:fontRef>
      </a:style>
    </a:lnDef>
    <a:txDef>
      <a:spPr>
        <a:ln w="12700">
          <a:miter lim="400000"/>
        </a:ln>
        <a:extLst>
          <a:ext uri="{C572A759-6A51-4108-AA02-DFA0A04FC94B}">
            <ma14:wrappingTextBoxFlag xmlns:ma14="http://schemas.microsoft.com/office/mac/drawingml/2011/main" xmlns:a14="http://schemas.microsoft.com/office/drawing/2010/main" xmlns:m="http://schemas.openxmlformats.org/officeDocument/2006/math" xmlns="" xmlns:p="http://schemas.openxmlformats.org/presentationml/2006/main" xmlns:r="http://schemas.openxmlformats.org/officeDocument/2006/relationships" val="1"/>
          </a:ext>
        </a:extLst>
      </a:spPr>
      <a:bodyPr wrap="square" lIns="0" tIns="0" rIns="0" bIns="0" rtlCol="0">
        <a:noAutofit/>
      </a:bodyPr>
      <a:lstStyle>
        <a:defPPr marL="444465" indent="-446749" algn="l" defTabSz="2438400">
          <a:spcBef>
            <a:spcPts val="2900"/>
          </a:spcBef>
          <a:buSzPct val="100000"/>
          <a:buFontTx/>
          <a:buChar char="–"/>
          <a:defRPr kern="0" dirty="0" smtClean="0">
            <a:solidFill>
              <a:srgbClr val="000000"/>
            </a:solidFill>
            <a:ea typeface="+mj-ea"/>
            <a:cs typeface="+mj-cs"/>
            <a:sym typeface="IBM Plex Sans Light"/>
          </a:defRPr>
        </a:defPPr>
      </a:lstStyle>
    </a:txDef>
  </a:objectDefaults>
  <a:extraClrSchemeLst/>
  <a:custClrLst>
    <a:custClr name="Gray 100">
      <a:srgbClr val="161616"/>
    </a:custClr>
    <a:custClr name="Gray 90">
      <a:srgbClr val="262626"/>
    </a:custClr>
    <a:custClr name="Gray 80">
      <a:srgbClr val="393939"/>
    </a:custClr>
    <a:custClr name="Gray 70">
      <a:srgbClr val="525252"/>
    </a:custClr>
    <a:custClr name="Gray 60">
      <a:srgbClr val="6F6F6F"/>
    </a:custClr>
    <a:custClr name="Gray 50">
      <a:srgbClr val="8D8D8D"/>
    </a:custClr>
    <a:custClr name="Gray 40">
      <a:srgbClr val="A8A8A8"/>
    </a:custClr>
    <a:custClr name="Gray 30">
      <a:srgbClr val="C6C6C6"/>
    </a:custClr>
    <a:custClr name="Gray 20">
      <a:srgbClr val="E0E0E0"/>
    </a:custClr>
    <a:custClr name="Gray 10">
      <a:srgbClr val="F4F4F4"/>
    </a:custClr>
    <a:custClr name="Blue 100">
      <a:srgbClr val="001141"/>
    </a:custClr>
    <a:custClr name="Blue 90">
      <a:srgbClr val="001D6C"/>
    </a:custClr>
    <a:custClr name="Blue 80">
      <a:srgbClr val="002D9C"/>
    </a:custClr>
    <a:custClr name="Blue 70">
      <a:srgbClr val="0043CE"/>
    </a:custClr>
    <a:custClr name="Blue 60">
      <a:srgbClr val="0F62FE"/>
    </a:custClr>
    <a:custClr name="Cyan 50">
      <a:srgbClr val="1192E8"/>
    </a:custClr>
    <a:custClr name="Cyan 40">
      <a:srgbClr val="33B1FF"/>
    </a:custClr>
    <a:custClr name="Cyan 30">
      <a:srgbClr val="82CFFF"/>
    </a:custClr>
    <a:custClr name="Cyan 20">
      <a:srgbClr val="BAE6FF"/>
    </a:custClr>
    <a:custClr name="Cyan 10">
      <a:srgbClr val="E5F6FF"/>
    </a:custClr>
    <a:custClr name="Red 60">
      <a:srgbClr val="DA1E28"/>
    </a:custClr>
    <a:custClr name="Red 50">
      <a:srgbClr val="FA4D56"/>
    </a:custClr>
    <a:custClr name="Red 30">
      <a:srgbClr val="FFB3B8"/>
    </a:custClr>
    <a:custClr name="Red 20">
      <a:srgbClr val="FFD7D9"/>
    </a:custClr>
    <a:custClr name="Red 10">
      <a:srgbClr val="FFF1F1"/>
    </a:custClr>
    <a:custClr name="Magenta 60">
      <a:srgbClr val="D02670"/>
    </a:custClr>
    <a:custClr name="Magenta 50">
      <a:srgbClr val="EE5396"/>
    </a:custClr>
    <a:custClr name="Magenta 30">
      <a:srgbClr val="FFAFD2"/>
    </a:custClr>
    <a:custClr name="Magenta 20">
      <a:srgbClr val="FFD6E8"/>
    </a:custClr>
    <a:custClr name="Magenta 10">
      <a:srgbClr val="FFF0F7"/>
    </a:custClr>
    <a:custClr name="Purple 60">
      <a:srgbClr val="8A3FFC"/>
    </a:custClr>
    <a:custClr name="Purple 50">
      <a:srgbClr val="A56EFF"/>
    </a:custClr>
    <a:custClr name="Purple 30">
      <a:srgbClr val="D4BBFF"/>
    </a:custClr>
    <a:custClr name="Purple 20">
      <a:srgbClr val="E8DAFF"/>
    </a:custClr>
    <a:custClr name="Purple 10">
      <a:srgbClr val="F6F2FF"/>
    </a:custClr>
    <a:custClr name="Teal 60">
      <a:srgbClr val="007D79"/>
    </a:custClr>
    <a:custClr name="Teal 50">
      <a:srgbClr val="009D9A"/>
    </a:custClr>
    <a:custClr name="Teal 30">
      <a:srgbClr val="3DDBD9"/>
    </a:custClr>
    <a:custClr name="Teal 20">
      <a:srgbClr val="9EF0F0"/>
    </a:custClr>
    <a:custClr name="Teal 10">
      <a:srgbClr val="D9FBFB"/>
    </a:custClr>
    <a:custClr name="Green 60">
      <a:srgbClr val="198038"/>
    </a:custClr>
    <a:custClr name="Green 50">
      <a:srgbClr val="24A148"/>
    </a:custClr>
    <a:custClr name="Green 30">
      <a:srgbClr val="6FDC8C"/>
    </a:custClr>
    <a:custClr name="Green 20">
      <a:srgbClr val="A7F0BA"/>
    </a:custClr>
    <a:custClr name="Green 10">
      <a:srgbClr val="DEFBE6"/>
    </a:custClr>
    <a:custClr name="Yellow 30">
      <a:srgbClr val="F1C21B"/>
    </a:custClr>
    <a:custClr name="Yellow 20">
      <a:srgbClr val="FDDC69"/>
    </a:custClr>
    <a:custClr name="Yellow 10">
      <a:srgbClr val="FCF4D6"/>
    </a:custClr>
    <a:custClr name="Blue 20">
      <a:srgbClr val="D0E2FF"/>
    </a:custClr>
    <a:custClr name="Blue 10">
      <a:srgbClr val="EDF5FF"/>
    </a:custClr>
  </a:custClrLst>
  <a:extLst>
    <a:ext uri="{05A4C25C-085E-4340-85A3-A5531E510DB2}">
      <thm15:themeFamily xmlns:thm15="http://schemas.microsoft.com/office/thememl/2012/main" name="IBM_presentation_template_v_1_4_Plex" id="{CD0C5817-EB6A-6C46-8403-24AD582CFD03}" vid="{BF9B21BA-71C2-5045-909D-55899A1DBA68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224</Words>
  <Application>Microsoft Macintosh PowerPoint</Application>
  <PresentationFormat>Widescreen</PresentationFormat>
  <Paragraphs>50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7</vt:i4>
      </vt:variant>
    </vt:vector>
  </HeadingPairs>
  <TitlesOfParts>
    <vt:vector size="16" baseType="lpstr">
      <vt:lpstr>Aptos</vt:lpstr>
      <vt:lpstr>Aptos Display</vt:lpstr>
      <vt:lpstr>Arial</vt:lpstr>
      <vt:lpstr>IBM Plex Sans</vt:lpstr>
      <vt:lpstr>IBM Plex Sans ExtLt</vt:lpstr>
      <vt:lpstr>IBM Plex Sans Light</vt:lpstr>
      <vt:lpstr>Office Theme</vt:lpstr>
      <vt:lpstr>1_IBM Brand Template 2022 (Microgrid)</vt:lpstr>
      <vt:lpstr>IBM presentation template</vt:lpstr>
      <vt:lpstr>PowerPoint Presentation</vt:lpstr>
      <vt:lpstr>Java isn't legacy. It powers most of the world's enterprise systems</vt:lpstr>
      <vt:lpstr>PowerPoint Presentation</vt:lpstr>
      <vt:lpstr>PowerPoint Presentation</vt:lpstr>
      <vt:lpstr>PowerPoint Presentation</vt:lpstr>
      <vt:lpstr>Q &amp; 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Sandra Hernandez</dc:creator>
  <cp:lastModifiedBy>Igor Olikh</cp:lastModifiedBy>
  <cp:revision>45</cp:revision>
  <dcterms:created xsi:type="dcterms:W3CDTF">2024-12-04T16:03:20Z</dcterms:created>
  <dcterms:modified xsi:type="dcterms:W3CDTF">2026-05-20T08:26:35Z</dcterms:modified>
</cp:coreProperties>
</file>