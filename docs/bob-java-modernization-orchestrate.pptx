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779" r:id="rId3"/>
  </p:sldMasterIdLst>
  <p:notesMasterIdLst>
    <p:notesMasterId r:id="rId11"/>
  </p:notesMasterIdLst>
  <p:sldIdLst>
    <p:sldId id="2147483229" r:id="rId4"/>
    <p:sldId id="2147482978" r:id="rId5"/>
    <p:sldId id="2147483255" r:id="rId6"/>
    <p:sldId id="2147483256" r:id="rId7"/>
    <p:sldId id="2147483259" r:id="rId8"/>
    <p:sldId id="2147483260" r:id="rId17"/>
    <p:sldId id="2147483258" r:id="rId9"/>
    <p:sldId id="21474691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EB80"/>
    <a:srgbClr val="CDFBE1"/>
    <a:srgbClr val="9CDBF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83"/>
    <p:restoredTop sz="94647"/>
  </p:normalViewPr>
  <p:slideViewPr>
    <p:cSldViewPr snapToGrid="0">
      <p:cViewPr varScale="1">
        <p:scale>
          <a:sx n="151" d="100"/>
          <a:sy n="151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Olikh" userId="1328ee0d-9399-4cbc-ab56-cda090069563" providerId="ADAL" clId="{8D3AC5F2-1B54-5E98-A848-B74F637A4C2C}"/>
    <pc:docChg chg="custSel modSld delMainMaster modMainMaster">
      <pc:chgData name="Igor Olikh" userId="1328ee0d-9399-4cbc-ab56-cda090069563" providerId="ADAL" clId="{8D3AC5F2-1B54-5E98-A848-B74F637A4C2C}" dt="2026-05-19T14:13:57.125" v="11"/>
      <pc:docMkLst>
        <pc:docMk/>
      </pc:docMkLst>
      <pc:sldChg chg="modSp mod">
        <pc:chgData name="Igor Olikh" userId="1328ee0d-9399-4cbc-ab56-cda090069563" providerId="ADAL" clId="{8D3AC5F2-1B54-5E98-A848-B74F637A4C2C}" dt="2026-05-19T14:13:54.908" v="8" actId="20577"/>
        <pc:sldMkLst>
          <pc:docMk/>
          <pc:sldMk cId="388193072" sldId="2147483229"/>
        </pc:sldMkLst>
        <pc:spChg chg="mod">
          <ac:chgData name="Igor Olikh" userId="1328ee0d-9399-4cbc-ab56-cda090069563" providerId="ADAL" clId="{8D3AC5F2-1B54-5E98-A848-B74F637A4C2C}" dt="2026-05-19T14:13:54.908" v="8" actId="20577"/>
          <ac:spMkLst>
            <pc:docMk/>
            <pc:sldMk cId="388193072" sldId="2147483229"/>
            <ac:spMk id="2" creationId="{927ED050-65B7-21B8-F2DA-6E61BDE1E4C6}"/>
          </ac:spMkLst>
        </pc:spChg>
      </pc:sldChg>
      <pc:sldMasterChg chg="modSldLayout sldLayoutOrd">
        <pc:chgData name="Igor Olikh" userId="1328ee0d-9399-4cbc-ab56-cda090069563" providerId="ADAL" clId="{8D3AC5F2-1B54-5E98-A848-B74F637A4C2C}" dt="2026-05-19T14:13:57.044" v="10"/>
        <pc:sldMasterMkLst>
          <pc:docMk/>
          <pc:sldMasterMk cId="1764048961" sldId="2147483648"/>
        </pc:sldMasterMkLst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121474734" sldId="214748385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265629727" sldId="214748386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2" creationId="{1C60B049-EE5A-2F51-AFC0-38FD497E8CD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3" creationId="{9A09F150-AEDA-C90F-8B32-A30557AE4BD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4" creationId="{A07E5CB4-7C5E-1027-0A71-D38FFEAAB8A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5" creationId="{C8573705-D387-5C50-72CD-70E51BA740F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6" creationId="{AA546090-32FE-CE0F-764C-907EF2F51A90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06943589" sldId="214748386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2" creationId="{CE56A526-2629-CD0F-8A42-0FDA5B46C9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3" creationId="{B16F0AB7-DF9A-DBB6-D798-366A8B04D5D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4" creationId="{EDD49DD5-124D-D0A7-42BA-374BCE69BB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5" creationId="{1F03591F-09E3-913D-F697-D057CA7CB1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6" creationId="{122127A5-AEEA-EDEC-DBFE-59776BC4B34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74040020" sldId="214748386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2" creationId="{41985CF9-333B-BA7D-8898-62ED9B444FE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3" creationId="{BA020C7D-15D1-C51A-CD14-0AED2EFC14D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4" creationId="{9F407E84-8FB6-0EFC-BFE7-4BF79B80346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5" creationId="{C9171EC4-2084-4BE9-727D-A36AD240BB1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6" creationId="{08F6C7D4-9A0A-9B01-4E22-58FDFE27C69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7" creationId="{17552D24-AACF-95F0-9BE8-098DB8D4A667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312407687" sldId="214748386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2" creationId="{EE042993-934F-9C4F-8B87-D892735E634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3" creationId="{4844243E-3330-BD3E-0A7B-3BA6DA37E4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4" creationId="{B737D569-98A8-E0E0-58E0-FFDCC057BC0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5" creationId="{3CF556F7-59DF-44FA-3E1B-4634EABA30C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6" creationId="{E3E2D3E2-FC33-E64C-BDB1-B1683D49EB4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7" creationId="{D326C14A-4653-C4DB-ECC6-6F40A4B1DD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8" creationId="{F70CD931-BE2D-8655-AE08-9C0E6E5CEF3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9" creationId="{5692E9A7-BD0F-9037-2FF4-B1DFF4C75729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852234379" sldId="214748386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2" creationId="{F777AC67-C819-B705-B70A-ED5815C8366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3" creationId="{5763B814-3CE6-274E-4BE5-B0DEA77DA4A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4" creationId="{60193C12-860A-37DD-2781-DB5D9CE3C39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5" creationId="{10F95E1B-B25D-0969-DB23-140DA26C43E5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944758096" sldId="214748386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2" creationId="{47DC8AFA-9295-E312-2BE4-E30FEA2E5D9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3" creationId="{6BE40F0B-A24A-96F0-8CEB-214973110A6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4" creationId="{5603EAB7-D2E2-664F-511D-C12A627B5D7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523989050" sldId="214748386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2" creationId="{706B7686-2A46-EF7E-FB3C-4448AD1E94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3" creationId="{F65C8059-4DAE-FFB3-17DA-F3A788BB8CC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4" creationId="{5BA30CE9-231B-6E26-FB30-4AEC4D35917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5" creationId="{3CC2F146-E74E-0BA6-5E7C-E65EBB0A3F0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6" creationId="{63A54993-E6B8-7B71-D520-91A593100E2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7" creationId="{35F987E4-0322-4489-DF0A-8626AE4CAAD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659337868" sldId="214748386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2" creationId="{2D049A60-463B-C6EA-363E-D84B62DBFFF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3" creationId="{765BF493-C59B-44E4-5F35-67E7454232F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4" creationId="{D4BD8220-759E-5B23-A0BC-99EDC49C9BA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5" creationId="{05F95E18-46C7-BAB3-2132-9EA174BF585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6" creationId="{A3B4F05D-D474-0619-3217-E679589EE3E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7" creationId="{A3802B93-3141-6A51-CD97-B1BF39BC906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041198102" sldId="214748386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2" creationId="{2236042C-AE49-97E1-CB4B-CBDF3CA545A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3" creationId="{5A1A801D-D1F3-3494-A79B-17544F14DE1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4" creationId="{F71FE7E8-8262-7140-43D9-66E2DB6A7F4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5" creationId="{EAA1275E-DE36-3AA9-54D5-C71BF90C75F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6" creationId="{12DC6B69-A203-50B6-0EEE-B7D5647FB0E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629989022" sldId="214748386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2" creationId="{CB6B0397-6F93-2546-1F59-D68B1581AF2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3" creationId="{EA4188D6-D1B3-189C-B480-EAB2685143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4" creationId="{BBF00A93-1392-37EC-E5E0-86CC080EB36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5" creationId="{52FD2148-F34C-D7B7-8A6D-3AA504376CA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6" creationId="{0537B397-7BC4-5B94-5AB5-691CB78BE501}"/>
            </ac:spMkLst>
          </pc:spChg>
        </pc:sldLayoutChg>
        <pc:sldLayoutChg chg="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752460743" sldId="2147483870"/>
          </pc:sldLayoutMkLst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244926224" sldId="214748387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7" creationId="{E29EF9E2-1551-8357-22BD-8C43EF5EBE3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45820645" sldId="214748387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4" creationId="{BA03B922-FA59-5165-48BF-0B57DFD6634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5" creationId="{5C3B405E-94D1-4A09-C6BF-A66D9CBEF63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6" creationId="{9792CE3F-FA6A-2FE0-0146-4BFD45CF29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9" creationId="{1E0B684B-61D6-CF9E-57FC-892D7CEE8D1D}"/>
            </ac:spMkLst>
          </pc:spChg>
        </pc:sldLayoutChg>
      </pc:sldMasterChg>
      <pc:sldMasterChg chg="delSldLayout modSldLayout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398443983" sldId="2147483660"/>
        </pc:sldMasterMkLst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01351836" sldId="214748382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01351836" sldId="2147483827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127352401" sldId="214748382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27352401" sldId="214748382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228262242" sldId="214748382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5" creationId="{4E9B5CDC-6DE8-1674-D92B-37E13B02AB0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6" creationId="{58E6433E-1F9B-D5D7-C3BD-332CFFF00E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7" creationId="{AB65B258-0EC8-2418-5AE9-BE881E8A3635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26141324" sldId="214748383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0" creationId="{9BE31BEF-4D0C-A8C2-6459-B2B189FDC7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2" creationId="{8B14AEDC-B194-5053-25B1-99F76E348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64741407" sldId="214748383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3" creationId="{BFD3993F-4B6D-26CE-1DC2-0EC0FD3E3A2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9" creationId="{EEE9A76D-7584-6CD1-F561-F9230B7FBE7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19846267" sldId="214748383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755499113" sldId="214748383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23741798" sldId="214748383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3" creationId="{1E971D57-BD35-C331-FC74-64C89084CD0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4" creationId="{A4B74093-A800-CB62-8607-A04D569204E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5" creationId="{A289B0F8-E9A7-CF76-E87F-8D4302E8DA4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7" creationId="{2ADB6FB0-3BCC-B810-B627-61334C28441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8" creationId="{20AE6E44-B920-A434-C241-6DA13C7F86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9" creationId="{F111C9A8-E841-67D4-07EE-1157D795A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0" creationId="{2305709C-145E-6782-44FE-129574BA5CF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2" creationId="{3654BCB6-F17B-FF03-CD43-03BF339F63A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94703008" sldId="214748383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237064450" sldId="214748383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34469639" sldId="214748383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249964580" sldId="214748383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7" creationId="{13FF5DC1-E283-8AC5-8620-936474303181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93510933" sldId="214748383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80939870" sldId="214748384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5613240" sldId="214748384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29866854" sldId="214748384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7" creationId="{13FF5DC1-E283-8AC5-8620-936474303181}"/>
            </ac:spMkLst>
          </pc:spChg>
        </pc:sldLayoutChg>
        <pc:sldLayoutChg chg="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474920838" sldId="2147483843"/>
          </pc:sldLayoutMkLst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561110775" sldId="214748384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2" creationId="{D124353C-7670-AC55-CDA3-888971A5482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4" creationId="{BAB76B22-9748-7A34-9D32-D77BB1B498E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5" creationId="{238163DF-77AB-875A-C8AC-2F8AEABFB85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1" creationId="{2A71C2BF-857E-B291-7D82-5920AF4A52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2" creationId="{257EC586-7CBB-7AC4-C2FA-85F4BA8AA0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3" creationId="{A0ABD1EA-F6CD-F56B-B5E1-034EEB64D63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4" creationId="{0F2DD97F-E181-3C33-32D8-844B57967D8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392273541" sldId="214748384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3" creationId="{A09B7079-DD98-3EE7-22A9-48AABC5BC1D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6" creationId="{D8351E8F-C586-866F-37A3-340B3DD347B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3257411389" sldId="214748384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2" creationId="{13734332-B5B5-4358-3C72-8B35F374A88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4" creationId="{ACE782CF-665F-3C56-698C-16112EB19B2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5" creationId="{A59C4772-2960-241E-274D-18A4B5568DA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6" creationId="{D2A45AB7-102C-FBDF-94FD-99783B6A5A1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0" creationId="{627CF39F-F0FC-7815-2582-A13E0599BC2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1" creationId="{68C92137-8AC3-46D8-C9A2-F6F058938BE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2" creationId="{AC380211-AA5F-2F8D-309F-DC766DF1EF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4" creationId="{637C5D5A-A533-DB2D-8BBE-C9DAA013CA0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5" creationId="{81413BEF-DDD1-548F-409B-224DE030B67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6" creationId="{B37C3DBB-1177-5FC6-7F7F-E6C5931C9620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74545180" sldId="214748384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74545180" sldId="214748384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84483901" sldId="214748384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9141212" sldId="214748385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604742675" sldId="214748385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30940434" sldId="214748385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716016496" sldId="214748385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7" creationId="{13FF5DC1-E283-8AC5-8620-936474303181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136516413" sldId="214748385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187517851" sldId="214748385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5" creationId="{A5DD5CF1-28D6-74AF-B345-5911CB10D45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0" creationId="{793A9C8C-F98C-5899-BE8B-D1A544D66C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2" creationId="{67B1C684-915C-90D4-C69F-C24979A42EF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3" creationId="{2A62B128-D226-0D9B-89EC-51AFD07F30CF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955806394" sldId="214748385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6" creationId="{EC22CE22-4A72-C394-2534-3F9CEE59420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7" creationId="{9CD5B627-E439-376E-A00C-87BAFF059FD8}"/>
            </ac:spMkLst>
          </pc:spChg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796873790" sldId="2147483688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84150906" sldId="21474836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87354682" sldId="21474836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03582333" sldId="21474836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228049003" sldId="21474836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792487691" sldId="21474836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905085363" sldId="21474836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64879974" sldId="21474836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409454713" sldId="21474836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514753456" sldId="21474836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029583489" sldId="21474836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50278993" sldId="21474836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62346103" sldId="21474837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4626524" sldId="21474837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18063356" sldId="21474837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97874154" sldId="21474837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56016229" sldId="21474837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5754782" sldId="21474837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641047652" sldId="21474837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6058294" sldId="21474837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5898035" sldId="21474837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367888148" sldId="214748370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471693806" sldId="214748371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66063912" sldId="214748371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60060574" sldId="214748371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24620986" sldId="214748371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09516815" sldId="214748371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838591635" sldId="214748371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689569777" sldId="214748371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49054947" sldId="2147483718"/>
          </pc:sldLayoutMkLst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3019717993" sldId="2147483721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90540509" sldId="214748372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45955616" sldId="214748372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373069768" sldId="214748372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8310696" sldId="214748372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4583100" sldId="214748372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00664866" sldId="214748372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09945386" sldId="214748372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6973335" sldId="214748372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10273019" sldId="214748373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74306383" sldId="214748373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35469312" sldId="214748373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0344886" sldId="214748373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76710307" sldId="214748373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323506196" sldId="214748373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65005264" sldId="214748373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36053005" sldId="214748373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751102930" sldId="214748373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6679731" sldId="214748373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4242986" sldId="214748374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803105" sldId="214748374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15575882" sldId="214748374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46534406" sldId="214748374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2962676" sldId="214748374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64599972" sldId="214748374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37344640" sldId="214748374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3048596" sldId="214748374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37457157" sldId="214748374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67332117" sldId="214748374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64684500" sldId="214748375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47755640" sldId="214748375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694287592" sldId="214748375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16289161" sldId="214748375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73851485" sldId="214748375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204506051" sldId="214748375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96467609" sldId="214748375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9986688" sldId="214748375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23251099" sldId="214748375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40388848" sldId="214748375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846870229" sldId="214748376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74044036" sldId="214748376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18966567" sldId="214748376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548756782" sldId="214748376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42522750" sldId="214748376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65451033" sldId="214748376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73067958" sldId="214748376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334411" sldId="214748376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96061951" sldId="214748376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879063" sldId="214748376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12005905" sldId="214748377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28945527" sldId="214748377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199245" sldId="214748377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790079700" sldId="21474837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07562166" sldId="21474837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932370895" sldId="21474837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63046682" sldId="21474837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871888986" sldId="2147483778"/>
          </pc:sldLayoutMkLst>
        </pc:sldLayoutChg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557963285" sldId="2147483826"/>
        </pc:sldMasterMkLst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2706153768" sldId="2147483858"/>
        </pc:sldMasterMkLst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817872191" sldId="2147483873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22133132" sldId="21474838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1458623" sldId="21474838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369666712" sldId="21474838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092841322" sldId="21474838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07970381" sldId="214748387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92791904" sldId="214748387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33976819" sldId="214748388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42776971" sldId="214748388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9742681" sldId="214748388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646996607" sldId="214748388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419514" sldId="214748388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61651122" sldId="214748388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87273952" sldId="214748388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6334002" sldId="214748388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6899156" sldId="214748388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83747493" sldId="21474838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99307253" sldId="21474838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92675504" sldId="21474838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1511957" sldId="21474838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190050180" sldId="21474838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635364514" sldId="21474838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001609255" sldId="21474838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939689633" sldId="21474838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2695511" sldId="21474838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6956675" sldId="21474838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162011772" sldId="21474838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9704297" sldId="21474839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536336827" sldId="21474839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54341679" sldId="21474839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31419693" sldId="21474839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388061686" sldId="21474839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795748286" sldId="21474839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722713415" sldId="21474839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137097061" sldId="21474839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9188900" sldId="21474839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41760836" sldId="214748390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2D6EB-E286-3D42-B85C-DFC07C01AF2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1E977-439E-5C49-9B73-78A87BE9B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9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3232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5CECF-EA79-9AEF-B2DF-5EE2B3DF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44E51-A775-D088-F2E0-3A00FA137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EC17-D9DA-E9C4-57CA-4A0B75DA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9E42E-FFDC-C007-3FDA-B08684EE4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64F9-7322-EA6D-4F86-9C93BA9493B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980715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DC518-0B09-0B21-199E-B965DC10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592E5-CFA7-1473-06AC-30EE760A6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85B-8995-5E9E-36E3-C4D70687E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33FF3-EBFF-F7CA-6F98-1E904E9AC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4C2F-66F7-B6C6-150F-FC26A7AC23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367569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E342-3229-0668-F289-ECAACC8C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EBDC0-D0CB-1525-3094-A9BDEAC2F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C940A4-186B-0D4B-BF92-24A3FD68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592BF-D5FE-4BE9-25C8-B88998076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0F6D1-2110-6978-2618-BD4EAF99689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618945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019F-CB9E-3CD3-1A78-5B5D0067E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1999C-29DB-B94A-12EF-6AB5B2F8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4FC92-1B30-ECAB-288C-CEC76C97A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8D1A9-F1EB-7EA6-9E13-DD2307247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8DE9-6B15-52E2-703E-E91670D98F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74448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4C94-949B-FECF-9DC0-6B5DC99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D1CB-1D6D-F891-2149-5E53538C2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82D06-E55D-A1C4-B19D-0296D166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6E5D9-28AF-0B1B-ADBE-D0257985B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1E977-439E-5C49-9B73-78A87BE9B93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0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32550" cy="3619500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206710" y="4087090"/>
            <a:ext cx="6419088" cy="463781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4605E-44B7-3E16-402C-F9B3EE148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952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14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89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30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20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6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338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706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1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32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81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6405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08536"/>
      </p:ext>
    </p:extLst>
  </p:cSld>
  <p:clrMapOvr>
    <a:masterClrMapping/>
  </p:clrMapOvr>
  <p:transition spd="slow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74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29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943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76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3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58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890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78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981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890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0743"/>
      </p:ext>
    </p:extLst>
  </p:cSld>
  <p:clrMapOvr>
    <a:masterClrMapping/>
  </p:clrMapOvr>
  <p:transition spd="slow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17423"/>
            <a:ext cx="5521400" cy="58464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© 2023 IBM CONFIDENTIAL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8" y="288037"/>
            <a:ext cx="5942827" cy="287451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6942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26224"/>
      </p:ext>
    </p:extLst>
  </p:cSld>
  <p:clrMapOvr>
    <a:masterClrMapping/>
  </p:clrMapOvr>
  <p:transition spd="slow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206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8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6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425"/>
      </p:ext>
    </p:extLst>
  </p:cSld>
  <p:clrMapOvr>
    <a:masterClrMapping/>
  </p:clrMapOvr>
  <p:transition spd="slow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21926"/>
      </p:ext>
    </p:extLst>
  </p:cSld>
  <p:clrMapOvr>
    <a:masterClrMapping/>
  </p:clrMapOvr>
  <p:transition spd="slow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vious Released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763524"/>
            <a:ext cx="5521401" cy="67710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</a:t>
            </a:r>
            <a:br>
              <a:rPr lang="en-US"/>
            </a:br>
            <a:r>
              <a:rPr lang="en-US"/>
              <a:t>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E5F6FF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8E6433E-1F9B-D5D7-C3BD-332CFFF00E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AB65B258-0EC8-2418-5AE9-BE881E8A36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8848836"/>
      </p:ext>
    </p:extLst>
  </p:cSld>
  <p:clrMapOvr>
    <a:masterClrMapping/>
  </p:clrMapOvr>
  <p:transition spd="slow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ease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33855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92D05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E31BEF-4D0C-A8C2-6459-B2B189FDC7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B14AEDC-B194-5053-25B1-99F76E3486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7744736"/>
      </p:ext>
    </p:extLst>
  </p:cSld>
  <p:clrMapOvr>
    <a:masterClrMapping/>
  </p:clrMapOvr>
  <p:transition spd="slow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Future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19114" cy="338554"/>
          </a:xfrm>
        </p:spPr>
        <p:txBody>
          <a:bodyPr wrap="square"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19115" cy="223331"/>
          </a:xfrm>
        </p:spPr>
        <p:txBody>
          <a:bodyPr wrap="square"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FFFF0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FD3993F-4B6D-26CE-1DC2-0EC0FD3E3A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EE9A76D-7584-6CD1-F561-F9230B7FBE7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1566425"/>
      </p:ext>
    </p:extLst>
  </p:cSld>
  <p:clrMapOvr>
    <a:masterClrMapping/>
  </p:clrMapOvr>
  <p:transition spd="slow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27537"/>
      </p:ext>
    </p:extLst>
  </p:cSld>
  <p:clrMapOvr>
    <a:masterClrMapping/>
  </p:clrMapOvr>
  <p:transition spd="slow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993280"/>
      </p:ext>
    </p:extLst>
  </p:cSld>
  <p:clrMapOvr>
    <a:masterClrMapping/>
  </p:clrMapOvr>
  <p:transition spd="slow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788925"/>
            <a:ext cx="5524575" cy="521130"/>
          </a:xfrm>
        </p:spPr>
        <p:txBody>
          <a:bodyPr rIns="457200"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E971D57-BD35-C331-FC74-64C89084CD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DB6FB0-3BCC-B810-B627-61334C2844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4126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AE6E44-B920-A434-C241-6DA13C7F86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659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111C9A8-E841-67D4-07EE-1157D795A6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85193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305709C-145E-6782-44FE-129574BA5CF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435727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654BCB6-F17B-FF03-CD43-03BF339F63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84126" y="1309688"/>
            <a:ext cx="5528543" cy="492919"/>
          </a:xfrm>
        </p:spPr>
        <p:txBody>
          <a:bodyPr/>
          <a:lstStyle>
            <a:lvl1pPr>
              <a:defRPr>
                <a:solidFill>
                  <a:srgbClr val="0F62FE"/>
                </a:solidFill>
              </a:defRPr>
            </a:lvl1pPr>
          </a:lstStyle>
          <a:p>
            <a:pPr lvl="0"/>
            <a:r>
              <a:rPr lang="en-US"/>
              <a:t>Click to edit Master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549337423"/>
      </p:ext>
    </p:extLst>
  </p:cSld>
  <p:clrMapOvr>
    <a:masterClrMapping/>
  </p:clrMapOvr>
  <p:transition spd="slow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1" y="210312"/>
            <a:ext cx="8569797" cy="4095750"/>
          </a:xfrm>
        </p:spPr>
        <p:txBody>
          <a:bodyPr/>
          <a:lstStyle>
            <a:lvl1pPr>
              <a:defRPr sz="8596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4153049590"/>
      </p:ext>
    </p:extLst>
  </p:cSld>
  <p:clrMapOvr>
    <a:masterClrMapping/>
  </p:clrMapOvr>
  <p:transition spd="slow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0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231003636"/>
      </p:ext>
    </p:extLst>
  </p:cSld>
  <p:clrMapOvr>
    <a:masterClrMapping/>
  </p:clrMapOvr>
  <p:transition spd="slow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98424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54716"/>
      </p:ext>
    </p:extLst>
  </p:cSld>
  <p:clrMapOvr>
    <a:masterClrMapping/>
  </p:clrMapOvr>
  <p:transition spd="slow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0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8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22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46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68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840163"/>
      </p:ext>
    </p:extLst>
  </p:cSld>
  <p:clrMapOvr>
    <a:masterClrMapping/>
  </p:clrMapOvr>
  <p:transition spd="slow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573609653"/>
      </p:ext>
    </p:extLst>
  </p:cSld>
  <p:clrMapOvr>
    <a:masterClrMapping/>
  </p:clrMapOvr>
  <p:transition spd="slow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56554221"/>
      </p:ext>
    </p:extLst>
  </p:cSld>
  <p:clrMapOvr>
    <a:masterClrMapping/>
  </p:clrMapOvr>
  <p:transition spd="slow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98462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08587"/>
      </p:ext>
    </p:extLst>
  </p:cSld>
  <p:clrMapOvr>
    <a:masterClrMapping/>
  </p:clrMapOvr>
  <p:transition spd="slow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977404"/>
      </p:ext>
    </p:extLst>
  </p:cSld>
  <p:clrMapOvr>
    <a:masterClrMapping/>
  </p:clrMapOvr>
  <p:transition spd="slow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86083"/>
      </p:ext>
    </p:extLst>
  </p:cSld>
  <p:clrMapOvr>
    <a:masterClrMapping/>
  </p:clrMapOvr>
  <p:transition spd="slow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7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IBM Confidential Until Launch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15871"/>
      </p:ext>
    </p:extLst>
  </p:cSld>
  <p:clrMapOvr>
    <a:masterClrMapping/>
  </p:clrMapOvr>
  <p:transition spd="med"/>
  <p:hf sldNum="0"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| </a:t>
            </a:r>
            <a:r>
              <a:rPr lang="en-US" dirty="0" err="1"/>
              <a:t>QRadar</a:t>
            </a:r>
            <a:r>
              <a:rPr lang="en-US" dirty="0"/>
              <a:t> XDR | © 2023 IBM Corporation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1" y="6469421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9B7079-DD98-3EE7-22A9-48AABC5B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19465"/>
      </p:ext>
    </p:extLst>
  </p:cSld>
  <p:clrMapOvr>
    <a:masterClrMapping/>
  </p:clrMapOvr>
  <p:transition spd="slow"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7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9206"/>
      </p:ext>
    </p:extLst>
  </p:cSld>
  <p:clrMapOvr>
    <a:masterClrMapping/>
  </p:clrMapOvr>
  <p:transition spd="slow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2421188"/>
      </p:ext>
    </p:extLst>
  </p:cSld>
  <p:clrMapOvr>
    <a:masterClrMapping/>
  </p:clrMapOvr>
  <p:transition spd="slow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2" y="210312"/>
            <a:ext cx="8569797" cy="4095750"/>
          </a:xfrm>
        </p:spPr>
        <p:txBody>
          <a:bodyPr/>
          <a:lstStyle>
            <a:lvl1pPr>
              <a:defRPr sz="8594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83011172"/>
      </p:ext>
    </p:extLst>
  </p:cSld>
  <p:clrMapOvr>
    <a:masterClrMapping/>
  </p:clrMapOvr>
  <p:transition spd="slow"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1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447341984"/>
      </p:ext>
    </p:extLst>
  </p:cSld>
  <p:clrMapOvr>
    <a:masterClrMapping/>
  </p:clrMapOvr>
  <p:transition spd="slow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763524"/>
            <a:ext cx="5521401" cy="98398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7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0987"/>
      </p:ext>
    </p:extLst>
  </p:cSld>
  <p:clrMapOvr>
    <a:masterClrMapping/>
  </p:clrMapOvr>
  <p:transition spd="slow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1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7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0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1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24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53497"/>
      </p:ext>
    </p:extLst>
  </p:cSld>
  <p:clrMapOvr>
    <a:masterClrMapping/>
  </p:clrMapOvr>
  <p:transition spd="slow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9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7653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11389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09" indent="0" algn="ctr">
              <a:buNone/>
              <a:defRPr sz="2000"/>
            </a:lvl2pPr>
            <a:lvl3pPr marL="914217" indent="0" algn="ctr">
              <a:buNone/>
              <a:defRPr sz="1800"/>
            </a:lvl3pPr>
            <a:lvl4pPr marL="1371326" indent="0" algn="ctr">
              <a:buNone/>
              <a:defRPr sz="1600"/>
            </a:lvl4pPr>
            <a:lvl5pPr marL="1828434" indent="0" algn="ctr">
              <a:buNone/>
              <a:defRPr sz="1600"/>
            </a:lvl5pPr>
            <a:lvl6pPr marL="2285543" indent="0" algn="ctr">
              <a:buNone/>
              <a:defRPr sz="1600"/>
            </a:lvl6pPr>
            <a:lvl7pPr marL="2742651" indent="0" algn="ctr">
              <a:buNone/>
              <a:defRPr sz="1600"/>
            </a:lvl7pPr>
            <a:lvl8pPr marL="3199760" indent="0" algn="ctr">
              <a:buNone/>
              <a:defRPr sz="1600"/>
            </a:lvl8pPr>
            <a:lvl9pPr marL="365686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641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8000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1785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20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8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6394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0007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31440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79739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23798D-A03E-2BC6-136A-14C1E387E723}"/>
              </a:ext>
            </a:extLst>
          </p:cNvPr>
          <p:cNvSpPr/>
          <p:nvPr userDrawn="1"/>
        </p:nvSpPr>
        <p:spPr bwMode="auto">
          <a:xfrm>
            <a:off x="0" y="0"/>
            <a:ext cx="12192000" cy="6000750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45714" tIns="45714" rIns="45714" bIns="45714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10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7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28CADC67-06E4-9D0B-7A49-159C1E99D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AFC6AD-C46B-8438-C789-096006859E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12723-D775-EE21-95A9-8E6D8BA4DC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73263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15066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7998" y="6231636"/>
            <a:ext cx="5524575" cy="381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70411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049878" cy="5239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72009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049180" cy="4668838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83366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56999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1429544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89374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75331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795" y="224028"/>
            <a:ext cx="5520318" cy="4287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83929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10312"/>
            <a:ext cx="7330121" cy="4858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5204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998" y="4649724"/>
            <a:ext cx="5524575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↗︎00M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919" y="4648200"/>
            <a:ext cx="5523781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+00%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3809504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288036"/>
            <a:ext cx="3811091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609600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851380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3301" y="213241"/>
            <a:ext cx="2474590" cy="95329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28523" y="214827"/>
            <a:ext cx="2474590" cy="951707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14884"/>
            <a:ext cx="2475384" cy="953956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166534"/>
            <a:ext cx="2475384" cy="483652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167327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166533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716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300" y="201168"/>
            <a:ext cx="2474590" cy="2667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</a:lstStyle>
          <a:p>
            <a:r>
              <a:rPr lang="en-US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201168"/>
            <a:ext cx="5523781" cy="266779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300" y="3238500"/>
            <a:ext cx="2474590" cy="2667000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3238500"/>
            <a:ext cx="5523781" cy="2667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32170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3333316" y="40957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3333316" y="20002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05740"/>
            <a:ext cx="2475384" cy="142954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3809504" cy="1429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21907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42862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33316" y="2093976"/>
            <a:ext cx="2475384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3317" y="4201668"/>
            <a:ext cx="2475383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6854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452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9681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1714500"/>
            <a:ext cx="0" cy="42862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6093683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9142810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29242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45774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81142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02717"/>
      </p:ext>
    </p:extLst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3711980" cy="95329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5049180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62533"/>
      </p:ext>
    </p:extLst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2193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78626"/>
      </p:ext>
    </p:extLst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6178" cy="2286794"/>
          </a:xfr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82646"/>
      </p:ext>
    </p:extLst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010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06485"/>
      </p:ext>
    </p:extLst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4591" cy="2286794"/>
          </a:xfrm>
        </p:spPr>
        <p:txBody>
          <a:bodyPr rIns="0"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1697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39046"/>
      </p:ext>
    </p:extLst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7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2988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30591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4142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1400"/>
            </a:lvl2pPr>
            <a:lvl3pPr>
              <a:lnSpc>
                <a:spcPct val="90000"/>
              </a:lnSpc>
              <a:spcBef>
                <a:spcPts val="0"/>
              </a:spcBef>
              <a:defRPr sz="1400"/>
            </a:lvl3pPr>
            <a:lvl4pPr>
              <a:lnSpc>
                <a:spcPct val="90000"/>
              </a:lnSpc>
              <a:spcBef>
                <a:spcPts val="0"/>
              </a:spcBef>
              <a:defRPr sz="1400"/>
            </a:lvl4pPr>
            <a:lvl5pPr>
              <a:lnSpc>
                <a:spcPct val="90000"/>
              </a:lnSpc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380919" y="288036"/>
            <a:ext cx="607997" cy="607231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428522" y="288036"/>
            <a:ext cx="608843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609368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20559"/>
      </p:ext>
    </p:extLst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239012"/>
            <a:ext cx="3334903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23825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4192524"/>
            <a:ext cx="3334904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20" y="419100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7998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0919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87998" y="323697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19" y="3238500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A530A6-2F26-DA70-D0D9-6DD90453CEC1}"/>
              </a:ext>
            </a:extLst>
          </p:cNvPr>
          <p:cNvCxnSpPr/>
          <p:nvPr userDrawn="1"/>
        </p:nvCxnSpPr>
        <p:spPr bwMode="auto">
          <a:xfrm>
            <a:off x="6095206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5483A0-0E31-72CE-21C3-6248FAEBC09A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00365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841248"/>
            <a:ext cx="2857128" cy="1138428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1681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570706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62584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25797"/>
      </p:ext>
    </p:extLst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187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95418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323717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2554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141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63265"/>
      </p:ext>
    </p:extLst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66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8523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3316" y="3714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0920" y="3714750"/>
            <a:ext cx="2475384" cy="189634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28523" y="3714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333316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20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428523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333316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15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80920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15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428523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2CDB94-BA57-B58F-95F0-D406FE34BB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886027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5CBE6E3-0E18-8A57-578D-D314948AF14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200B05-7E36-4E03-3739-0BA983764616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FF3B59-8BBA-8C99-9D4D-743723E434FC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60028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1706563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8" y="3332988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3341"/>
      </p:ext>
    </p:extLst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706563"/>
          </a:xfrm>
        </p:spPr>
        <p:txBody>
          <a:bodyPr rIns="0"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042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69298"/>
      </p:ext>
    </p:extLst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291618961"/>
      </p:ext>
    </p:extLst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7603" y="0"/>
            <a:ext cx="9144397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46656999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2575"/>
            <a:ext cx="8574559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947760876"/>
      </p:ext>
    </p:extLst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878824480"/>
      </p:ext>
    </p:extLst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126" y="284957"/>
            <a:ext cx="11620574" cy="629046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3196991398"/>
      </p:ext>
    </p:extLst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999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14277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7999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14277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87999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14277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77745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07896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77745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07896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377745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07896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87184"/>
      </p:ext>
    </p:extLst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3333316" y="284957"/>
            <a:ext cx="8571384" cy="5715794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7808"/>
      </p:ext>
    </p:extLst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1935"/>
      </p:ext>
    </p:extLst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352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27714"/>
      </p:ext>
    </p:extLst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90474" y="640238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144871"/>
      </p:ext>
    </p:extLst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02570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0.xml"/><Relationship Id="rId15" Type="http://schemas.openxmlformats.org/officeDocument/2006/relationships/slideLayout" Target="../slideLayouts/slideLayout71.xml"/><Relationship Id="rId16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4.xml"/><Relationship Id="rId19" Type="http://schemas.openxmlformats.org/officeDocument/2006/relationships/slideLayout" Target="../slideLayouts/slideLayout75.xml"/><Relationship Id="rId20" Type="http://schemas.openxmlformats.org/officeDocument/2006/relationships/slideLayout" Target="../slideLayouts/slideLayout76.xml"/><Relationship Id="rId21" Type="http://schemas.openxmlformats.org/officeDocument/2006/relationships/slideLayout" Target="../slideLayouts/slideLayout77.xml"/><Relationship Id="rId22" Type="http://schemas.openxmlformats.org/officeDocument/2006/relationships/slideLayout" Target="../slideLayouts/slideLayout78.xml"/><Relationship Id="rId23" Type="http://schemas.openxmlformats.org/officeDocument/2006/relationships/slideLayout" Target="../slideLayouts/slideLayout79.xml"/><Relationship Id="rId24" Type="http://schemas.openxmlformats.org/officeDocument/2006/relationships/slideLayout" Target="../slideLayouts/slideLayout80.xml"/><Relationship Id="rId25" Type="http://schemas.openxmlformats.org/officeDocument/2006/relationships/slideLayout" Target="../slideLayouts/slideLayout81.xml"/><Relationship Id="rId26" Type="http://schemas.openxmlformats.org/officeDocument/2006/relationships/slideLayout" Target="../slideLayouts/slideLayout82.xml"/><Relationship Id="rId27" Type="http://schemas.openxmlformats.org/officeDocument/2006/relationships/slideLayout" Target="../slideLayouts/slideLayout83.xml"/><Relationship Id="rId28" Type="http://schemas.openxmlformats.org/officeDocument/2006/relationships/slideLayout" Target="../slideLayouts/slideLayout84.xml"/><Relationship Id="rId29" Type="http://schemas.openxmlformats.org/officeDocument/2006/relationships/slideLayout" Target="../slideLayouts/slideLayout85.xml"/><Relationship Id="rId30" Type="http://schemas.openxmlformats.org/officeDocument/2006/relationships/slideLayout" Target="../slideLayouts/slideLayout86.xml"/><Relationship Id="rId31" Type="http://schemas.openxmlformats.org/officeDocument/2006/relationships/slideLayout" Target="../slideLayouts/slideLayout87.xml"/><Relationship Id="rId32" Type="http://schemas.openxmlformats.org/officeDocument/2006/relationships/slideLayout" Target="../slideLayouts/slideLayout88.xml"/><Relationship Id="rId33" Type="http://schemas.openxmlformats.org/officeDocument/2006/relationships/slideLayout" Target="../slideLayouts/slideLayout89.xml"/><Relationship Id="rId34" Type="http://schemas.openxmlformats.org/officeDocument/2006/relationships/slideLayout" Target="../slideLayouts/slideLayout90.xml"/><Relationship Id="rId35" Type="http://schemas.openxmlformats.org/officeDocument/2006/relationships/slideLayout" Target="../slideLayouts/slideLayout91.xml"/><Relationship Id="rId36" Type="http://schemas.openxmlformats.org/officeDocument/2006/relationships/slideLayout" Target="../slideLayouts/slideLayout92.xml"/><Relationship Id="rId37" Type="http://schemas.openxmlformats.org/officeDocument/2006/relationships/slideLayout" Target="../slideLayouts/slideLayout93.xml"/><Relationship Id="rId38" Type="http://schemas.openxmlformats.org/officeDocument/2006/relationships/slideLayout" Target="../slideLayouts/slideLayout94.xml"/><Relationship Id="rId39" Type="http://schemas.openxmlformats.org/officeDocument/2006/relationships/slideLayout" Target="../slideLayouts/slideLayout95.xml"/><Relationship Id="rId40" Type="http://schemas.openxmlformats.org/officeDocument/2006/relationships/slideLayout" Target="../slideLayouts/slideLayout96.xml"/><Relationship Id="rId41" Type="http://schemas.openxmlformats.org/officeDocument/2006/relationships/slideLayout" Target="../slideLayouts/slideLayout97.xml"/><Relationship Id="rId42" Type="http://schemas.openxmlformats.org/officeDocument/2006/relationships/slideLayout" Target="../slideLayouts/slideLayout98.xml"/><Relationship Id="rId43" Type="http://schemas.openxmlformats.org/officeDocument/2006/relationships/slideLayout" Target="../slideLayouts/slideLayout99.xml"/><Relationship Id="rId44" Type="http://schemas.openxmlformats.org/officeDocument/2006/relationships/slideLayout" Target="../slideLayouts/slideLayout100.xml"/><Relationship Id="rId45" Type="http://schemas.openxmlformats.org/officeDocument/2006/relationships/slideLayout" Target="../slideLayouts/slideLayout101.xml"/><Relationship Id="rId46" Type="http://schemas.openxmlformats.org/officeDocument/2006/relationships/slideLayout" Target="../slideLayouts/slideLayout102.xml"/><Relationship Id="rId4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656B74-5E53-98EC-573D-6A46CA20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1C1BF-0345-E94B-23B0-88ABC76B5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E1B46-3BCD-8A2E-53BF-90F8C38B9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2473-F21C-B529-B92B-001DDA8D0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39D5-9383-DBAE-AA65-D348147F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4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7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69507"/>
            <a:ext cx="2477765" cy="12311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3984439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846" r:id="rId27"/>
    <p:sldLayoutId id="2147483855" r:id="rId28"/>
    <p:sldLayoutId id="2147483856" r:id="rId29"/>
    <p:sldLayoutId id="2147483857" r:id="rId30"/>
  </p:sldLayoutIdLst>
  <p:transition spd="slow">
    <p:fade/>
  </p:transition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56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02118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4178479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812" r:id="rId33"/>
    <p:sldLayoutId id="2147483813" r:id="rId34"/>
    <p:sldLayoutId id="2147483814" r:id="rId35"/>
    <p:sldLayoutId id="2147483815" r:id="rId36"/>
    <p:sldLayoutId id="2147483816" r:id="rId37"/>
    <p:sldLayoutId id="2147483817" r:id="rId38"/>
    <p:sldLayoutId id="2147483818" r:id="rId39"/>
    <p:sldLayoutId id="2147483819" r:id="rId40"/>
    <p:sldLayoutId id="2147483820" r:id="rId41"/>
    <p:sldLayoutId id="2147483821" r:id="rId42"/>
    <p:sldLayoutId id="2147483822" r:id="rId43"/>
    <p:sldLayoutId id="2147483823" r:id="rId44"/>
    <p:sldLayoutId id="2147483824" r:id="rId45"/>
    <p:sldLayoutId id="2147483825" r:id="rId46"/>
  </p:sldLayoutIdLst>
  <p:transition spd="med"/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4C2375C2-B3CC-58B9-D79F-1F2E1CE2EB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510C1F5-FAD0-0AC6-D892-50F2AE5F840E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>
                <a:latin typeface="IBM Plex Sans Light"/>
              </a:rPr>
              <a:t>IBM </a:t>
            </a:r>
            <a:r>
              <a:rPr lang="en-US" sz="2999" dirty="0">
                <a:latin typeface="IBM Plex Sans Light"/>
              </a:rPr>
              <a:t>Bob</a:t>
            </a:r>
            <a:endParaRPr sz="2999" dirty="0">
              <a:latin typeface="IBM Plex Sans Ligh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85D93-97D7-1688-93E4-F40A95EDB354}"/>
              </a:ext>
            </a:extLst>
          </p:cNvPr>
          <p:cNvSpPr txBox="1">
            <a:spLocks/>
          </p:cNvSpPr>
          <p:nvPr/>
        </p:nvSpPr>
        <p:spPr>
          <a:xfrm>
            <a:off x="221869" y="1936137"/>
            <a:ext cx="6327892" cy="30398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/>
              <a:t>Modernizing Legacy Java Application</a:t>
            </a:r>
          </a:p>
          <a:p>
            <a:endParaRPr lang="en-US" sz="2999" dirty="0"/>
          </a:p>
          <a:p>
            <a:r>
              <a:rPr sz="2999" dirty="0">
                <a:solidFill>
                  <a:schemeClr val="accent1"/>
                </a:solidFill>
              </a:rPr>
              <a:t>From Java 8 to Java 21 in </a:t>
            </a:r>
            <a:r>
              <a:rPr lang="en-US" sz="2999" dirty="0">
                <a:solidFill>
                  <a:schemeClr val="accent1"/>
                </a:solidFill>
              </a:rPr>
              <a:t>hours</a:t>
            </a:r>
            <a:r>
              <a:rPr sz="2999" dirty="0">
                <a:solidFill>
                  <a:schemeClr val="accent1"/>
                </a:solidFill>
              </a:rPr>
              <a:t>, not months</a:t>
            </a:r>
            <a:endParaRPr lang="en-US" sz="2999" dirty="0">
              <a:solidFill>
                <a:schemeClr val="accent1"/>
              </a:solidFill>
            </a:endParaRPr>
          </a:p>
          <a:p>
            <a:endParaRPr lang="en-US" sz="2999" dirty="0"/>
          </a:p>
          <a:p>
            <a:r>
              <a:rPr sz="2999" dirty="0"/>
              <a:t>IBM Bob + </a:t>
            </a:r>
            <a:r>
              <a:rPr lang="en-US" sz="2999" dirty="0"/>
              <a:t>J</a:t>
            </a:r>
            <a:r>
              <a:rPr sz="2999" dirty="0"/>
              <a:t>ava</a:t>
            </a:r>
            <a:r>
              <a:rPr lang="en-US" sz="2999" dirty="0"/>
              <a:t> </a:t>
            </a:r>
            <a:r>
              <a:rPr sz="2999" dirty="0"/>
              <a:t>modernization mode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D050-65B7-21B8-F2DA-6E61BDE1E4C6}"/>
              </a:ext>
            </a:extLst>
          </p:cNvPr>
          <p:cNvSpPr txBox="1">
            <a:spLocks/>
          </p:cNvSpPr>
          <p:nvPr/>
        </p:nvSpPr>
        <p:spPr>
          <a:xfrm>
            <a:off x="287961" y="5320705"/>
            <a:ext cx="4148572" cy="875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400" kern="0" dirty="0">
                <a:solidFill>
                  <a:schemeClr val="tx1"/>
                </a:solidFill>
              </a:rPr>
              <a:t>Igor Olikh</a:t>
            </a:r>
          </a:p>
          <a:p>
            <a:pPr defTabSz="1218956"/>
            <a:r>
              <a:rPr lang="en-US" sz="2400" kern="0" dirty="0">
                <a:solidFill>
                  <a:schemeClr val="tx1"/>
                </a:solidFill>
                <a:latin typeface="IBM Plex Sans Light"/>
              </a:rPr>
              <a:t>AI Solutions Architect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9E9791E-E0FC-0324-0CAE-0D4595A89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07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2639-1E09-CF5E-AB5D-AB5A7750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BB64-C53B-8120-9D80-85184F83B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5" y="243437"/>
            <a:ext cx="10094307" cy="338554"/>
          </a:xfrm>
        </p:spPr>
        <p:txBody>
          <a:bodyPr/>
          <a:lstStyle/>
          <a:p>
            <a:r>
              <a:rPr sz="2200">
                <a:solidFill>
                  <a:srgbClr val="000000"/>
                </a:solidFill>
              </a:rPr>
              <a:t>Java isn't legacy. It powers most of the world's enterprise systems</a:t>
            </a:r>
          </a:p>
        </p:txBody>
      </p:sp>
      <p:pic>
        <p:nvPicPr>
          <p:cNvPr id="31" name="Picture 30" descr="java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5" y="581991"/>
            <a:ext cx="9676512" cy="61232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1A420967-8374-78DC-A009-639329A69D46}"/>
              </a:ext>
            </a:extLst>
          </p:cNvPr>
          <p:cNvGrpSpPr/>
          <p:nvPr/>
        </p:nvGrpSpPr>
        <p:grpSpPr>
          <a:xfrm>
            <a:off x="4566130" y="2797728"/>
            <a:ext cx="4705063" cy="1582802"/>
            <a:chOff x="16363182" y="2200545"/>
            <a:chExt cx="6929177" cy="154458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C16C317-5A21-7085-2A49-1B9EA4B55BA6}"/>
                </a:ext>
              </a:extLst>
            </p:cNvPr>
            <p:cNvSpPr/>
            <p:nvPr/>
          </p:nvSpPr>
          <p:spPr bwMode="auto">
            <a:xfrm>
              <a:off x="16363182" y="2200545"/>
              <a:ext cx="6816781" cy="1544586"/>
            </a:xfrm>
            <a:prstGeom prst="rect">
              <a:avLst/>
            </a:prstGeom>
            <a:solidFill>
              <a:srgbClr val="E5F6FF"/>
            </a:solidFill>
            <a:ln w="19050">
              <a:solidFill>
                <a:srgbClr val="002F6C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45714" tIns="45714" rIns="45714" bIns="45714" numCol="1" rtlCol="0" anchor="t" anchorCtr="0" compatLnSpc="1">
              <a:prstTxWarp prst="textNoShape">
                <a:avLst/>
              </a:prstTxWarp>
            </a:bodyPr>
            <a:lstStyle/>
            <a:p>
              <a:pPr defTabSz="457109" fontAlgn="base">
                <a:spcBef>
                  <a:spcPct val="0"/>
                </a:spcBef>
                <a:spcAft>
                  <a:spcPct val="0"/>
                </a:spcAft>
              </a:pPr>
              <a:endParaRPr lang="en-US" sz="700" dirty="0">
                <a:solidFill>
                  <a:srgbClr val="FFFFFF"/>
                </a:solidFill>
                <a:latin typeface="IBM Plex Sans Light"/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A192DFB-C620-21AB-9A18-4A0A99BE8C84}"/>
                </a:ext>
              </a:extLst>
            </p:cNvPr>
            <p:cNvSpPr txBox="1">
              <a:spLocks/>
            </p:cNvSpPr>
            <p:nvPr/>
          </p:nvSpPr>
          <p:spPr>
            <a:xfrm>
              <a:off x="16475575" y="2314241"/>
              <a:ext cx="6816784" cy="27331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228570" bIns="0">
              <a:spAutoFit/>
            </a:bodyPr>
            <a:lstStyle>
              <a:lvl1pPr marL="0" marR="0" indent="0" algn="l" defTabSz="2438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chemeClr val="tx2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1pPr>
              <a:lvl2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2pPr>
              <a:lvl3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3pPr>
              <a:lvl4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4pPr>
              <a:lvl5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5pPr>
              <a:lvl6pPr marL="0" marR="0" indent="362568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6pPr>
              <a:lvl7pPr marL="0" marR="0" indent="725139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7pPr>
              <a:lvl8pPr marL="0" marR="0" indent="108770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8pPr>
              <a:lvl9pPr marL="0" marR="0" indent="145027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9pPr>
            </a:lstStyle>
            <a:p>
              <a:pPr algn="ctr" defTabSz="1218956"/>
              <a:r>
                <a:rPr sz="1200" b="1">
                  <a:solidFill>
                    <a:srgbClr val="000000"/>
                  </a:solidFill>
                  <a:latin typeface="IBM Plex Sans Light"/>
                </a:rPr>
                <a:t>JAVA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E8B7A9-BA7E-F473-91FD-011716B4BFDF}"/>
                </a:ext>
              </a:extLst>
            </p:cNvPr>
            <p:cNvSpPr txBox="1"/>
            <p:nvPr/>
          </p:nvSpPr>
          <p:spPr>
            <a:xfrm>
              <a:off x="16481881" y="2587558"/>
              <a:ext cx="6579383" cy="94908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wrap="square" lIns="0" tIns="0" rIns="0" bIns="0" rtlCol="0" anchor="t">
              <a:noAutofit/>
            </a:bodyPr>
            <a:lstStyle/>
            <a:p>
              <a:pPr marL="171450" indent="-171450" algn="just" defTabSz="914507">
                <a:buFont typeface="Arial" panose="020B0604020202020204" pitchFamily="34" charset="0"/>
                <a:buChar char="•"/>
                <a:defRPr/>
              </a:pPr>
              <a:r>
                <a:rPr sz="1200" dirty="0">
                  <a:solidFill>
                    <a:srgbClr val="000000"/>
                  </a:solidFill>
                </a:rPr>
                <a:t>Java 8 still runs over 50% of enterprise Java workloads</a:t>
              </a:r>
              <a:endParaRPr lang="en-US" sz="1200" dirty="0">
                <a:solidFill>
                  <a:srgbClr val="000000"/>
                </a:solidFill>
              </a:endParaRPr>
            </a:p>
            <a:p>
              <a:pPr algn="just" defTabSz="914507">
                <a:defRPr/>
              </a:pPr>
              <a:endParaRPr sz="1200" dirty="0">
                <a:solidFill>
                  <a:srgbClr val="000000"/>
                </a:solidFill>
              </a:endParaRPr>
            </a:p>
            <a:p>
              <a:r>
                <a:rPr sz="1200" dirty="0">
                  <a:solidFill>
                    <a:srgbClr val="000000"/>
                  </a:solidFill>
                </a:rPr>
                <a:t>Banking, telecom and government heavily rely on Java 8</a:t>
              </a:r>
            </a:p>
            <a:p>
              <a:r>
                <a:rPr sz="1200" dirty="0">
                  <a:solidFill>
                    <a:srgbClr val="000000"/>
                  </a:solidFill>
                </a:rPr>
                <a:t>Java 21 LTS (Sept 2023) brings Records, Sealed Types, Virtual Threads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8231572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1A2713-4062-ECF3-F770-93A3B5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50D8-FFCF-2DC7-9223-039A0C242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839" y="245507"/>
            <a:ext cx="3687319" cy="397455"/>
          </a:xfrm>
        </p:spPr>
        <p:txBody>
          <a:bodyPr/>
          <a:lstStyle/>
          <a:p>
            <a:r>
              <a:rPr lang="en-US" sz="2400" dirty="0"/>
              <a:t>Architecture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4ACF-515C-6FFB-1897-E888937094FB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pic>
        <p:nvPicPr>
          <p:cNvPr id="12" name="Picture 11" descr="java-arch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9" y="776146"/>
            <a:ext cx="7367894" cy="576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801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46E5060-F2D8-3122-299F-21BAE5F6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8F93-BA53-0210-60CF-995AC126D3FC}"/>
              </a:ext>
            </a:extLst>
          </p:cNvPr>
          <p:cNvSpPr/>
          <p:nvPr/>
        </p:nvSpPr>
        <p:spPr bwMode="auto">
          <a:xfrm>
            <a:off x="6095206" y="0"/>
            <a:ext cx="6096794" cy="6857999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1A99-EB55-2490-E853-6ABBCEF25F90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8A30F8E-BC32-6A4D-636E-582006289836}"/>
              </a:ext>
            </a:extLst>
          </p:cNvPr>
          <p:cNvSpPr txBox="1">
            <a:spLocks/>
          </p:cNvSpPr>
          <p:nvPr/>
        </p:nvSpPr>
        <p:spPr>
          <a:xfrm>
            <a:off x="6454163" y="6208898"/>
            <a:ext cx="5331717" cy="609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marL="0" marR="0" indent="0" algn="ctr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164559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329118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493677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571386" marR="0" indent="-228554" algn="l" defTabSz="1218956" rtl="0" eaLnBrk="1" latinLnBrk="0" hangingPunct="1">
              <a:lnSpc>
                <a:spcPct val="11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921346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1102595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1283843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465091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just">
              <a:defRPr/>
            </a:pPr>
            <a:endParaRPr lang="en-US" sz="3600" baseline="30000" dirty="0"/>
          </a:p>
        </p:txBody>
      </p:sp>
      <p:sp>
        <p:nvSpPr>
          <p:cNvPr id="38" name="AutoShape 2" descr="illustration of security attack surfaces">
            <a:extLst>
              <a:ext uri="{FF2B5EF4-FFF2-40B4-BE49-F238E27FC236}">
                <a16:creationId xmlns:a16="http://schemas.microsoft.com/office/drawing/2014/main" id="{3ACD3979-E7E1-E31C-6754-251C4C2779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7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8C87351-EA8D-1767-FE18-7FBC676F4430}"/>
              </a:ext>
            </a:extLst>
          </p:cNvPr>
          <p:cNvSpPr txBox="1">
            <a:spLocks/>
          </p:cNvSpPr>
          <p:nvPr/>
        </p:nvSpPr>
        <p:spPr>
          <a:xfrm>
            <a:off x="287299" y="105903"/>
            <a:ext cx="4225706" cy="457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48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497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744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4993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400" kern="0" dirty="0">
                <a:solidFill>
                  <a:srgbClr val="000000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61041435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09605-609A-E9CB-392A-26BDF92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965AEEA-6D34-7441-C98D-EC2DC1A16EC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AA0719A-6362-6875-86B3-74B09CDEB411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 anchor="t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950" kern="0" dirty="0">
                <a:solidFill>
                  <a:schemeClr val="tx1"/>
                </a:solidFill>
                <a:latin typeface="IBM Plex Sans Light"/>
              </a:rPr>
              <a:t>Why IBM BOB?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33B938-BCB6-D5E9-94DF-F29F688C2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0EA7B-784D-7CCB-1354-FA1D12F80E0D}"/>
              </a:ext>
            </a:extLst>
          </p:cNvPr>
          <p:cNvSpPr txBox="1"/>
          <p:nvPr/>
        </p:nvSpPr>
        <p:spPr>
          <a:xfrm>
            <a:off x="279905" y="1507111"/>
            <a:ext cx="6269855" cy="46782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600" b="1" dirty="0"/>
              <a:t>Specialized Java and Modernization Expertise</a:t>
            </a:r>
            <a:endParaRPr lang="en-US" sz="1600" dirty="0"/>
          </a:p>
          <a:p>
            <a:endParaRPr lang="en-US" sz="1600" dirty="0"/>
          </a:p>
          <a:p>
            <a:r>
              <a:rPr sz="1600" b="1" dirty="0"/>
              <a:t>This project required deep understanding of:</a:t>
            </a:r>
          </a:p>
          <a:p>
            <a:r>
              <a:rPr sz="1600" b="1" dirty="0"/>
              <a:t>Modern Java syntax: Records, Sealed Types</a:t>
            </a:r>
            <a:r>
              <a:rPr lang="en-US" sz="1600" b="1" dirty="0"/>
              <a:t>, </a:t>
            </a:r>
            <a:r>
              <a:rPr sz="1600" b="1" dirty="0"/>
              <a:t>Pattern Matching</a:t>
            </a:r>
            <a:r>
              <a:rPr lang="en-US" sz="1600" b="1" dirty="0"/>
              <a:t>, </a:t>
            </a:r>
            <a:r>
              <a:rPr sz="1600" b="1" dirty="0"/>
              <a:t>Virtual Threads</a:t>
            </a:r>
          </a:p>
          <a:p>
            <a:r>
              <a:rPr sz="1600" b="1" dirty="0"/>
              <a:t>Maven build lifecycle (</a:t>
            </a:r>
            <a:r>
              <a:rPr sz="1600" b="1" dirty="0" err="1"/>
              <a:t>pom.xml</a:t>
            </a:r>
            <a:r>
              <a:rPr sz="1600" b="1" dirty="0"/>
              <a:t>, dependency management, compiler plugins)</a:t>
            </a:r>
          </a:p>
          <a:p>
            <a:r>
              <a:rPr sz="1600" b="1" dirty="0"/>
              <a:t>Enterprise Java patterns (Swing UI, layered MVC, in-memory repositories, exception hierarchies)</a:t>
            </a:r>
          </a:p>
          <a:p>
            <a:endParaRPr sz="1600" b="1" dirty="0"/>
          </a:p>
          <a:p>
            <a:r>
              <a:rPr sz="1600" b="1" dirty="0"/>
              <a:t>Native IBM Product Understanding</a:t>
            </a:r>
            <a:r>
              <a:rPr lang="en-US" sz="1600" b="1" dirty="0"/>
              <a:t>:</a:t>
            </a:r>
            <a:endParaRPr sz="1600" b="1" dirty="0"/>
          </a:p>
          <a:p>
            <a:r>
              <a:rPr sz="1600" b="1" dirty="0"/>
              <a:t>- Specialized /java-modernization mode trained for Java 8 → Java 21</a:t>
            </a:r>
            <a:r>
              <a:rPr lang="en-US" sz="1600" b="1" dirty="0"/>
              <a:t>+</a:t>
            </a:r>
            <a:r>
              <a:rPr sz="1600" b="1" dirty="0"/>
              <a:t> migration</a:t>
            </a:r>
          </a:p>
          <a:p>
            <a:r>
              <a:rPr sz="1600" b="1" dirty="0"/>
              <a:t>- IBM Cloud and Code Engine deployment patterns and best practices</a:t>
            </a:r>
          </a:p>
          <a:p>
            <a:r>
              <a:rPr sz="1600" b="1" dirty="0"/>
              <a:t>- Integration with the IBM </a:t>
            </a:r>
            <a:r>
              <a:rPr sz="1600" b="1" dirty="0" err="1"/>
              <a:t>watsonx</a:t>
            </a:r>
            <a:r>
              <a:rPr sz="1600" b="1" dirty="0"/>
              <a:t> Orchestrate ecosystem</a:t>
            </a:r>
          </a:p>
          <a:p>
            <a:r>
              <a:rPr sz="1600" b="1" dirty="0"/>
              <a:t>- Understanding of IBM's enterprise Java tooling (Open Liberty, </a:t>
            </a:r>
            <a:r>
              <a:rPr sz="1600" b="1" dirty="0" err="1"/>
              <a:t>Semeru</a:t>
            </a:r>
            <a:r>
              <a:rPr sz="1600" b="1" dirty="0"/>
              <a:t>)</a:t>
            </a:r>
          </a:p>
          <a:p>
            <a:r>
              <a:rPr sz="1600" b="1" dirty="0"/>
              <a:t>- Access to IBM MCP servers</a:t>
            </a:r>
          </a:p>
        </p:txBody>
      </p:sp>
    </p:spTree>
    <p:extLst>
      <p:ext uri="{BB962C8B-B14F-4D97-AF65-F5344CB8AC3E}">
        <p14:creationId xmlns:p14="http://schemas.microsoft.com/office/powerpoint/2010/main" val="575572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2B97-92CD-2466-3B01-5C84E122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55D6E-26DC-B3EE-14A0-D924B7703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7821" y="3143684"/>
            <a:ext cx="916358" cy="570632"/>
          </a:xfrm>
        </p:spPr>
        <p:txBody>
          <a:bodyPr vert="horz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  <a:latin typeface="IBM Plex Sans Light" panose="020B0403050203000203" pitchFamily="34" charset="0"/>
                <a:sym typeface="IBM Plex Sans Light"/>
              </a:rPr>
              <a:t>Q &amp; 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5A48-AEE2-6292-237C-C83165EC56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6796882" y="13061317"/>
            <a:ext cx="61708" cy="123094"/>
          </a:xfrm>
        </p:spPr>
        <p:txBody>
          <a:bodyPr/>
          <a:lstStyle/>
          <a:p>
            <a:pPr marL="0" marR="0" lvl="0" indent="0" algn="r" defTabSz="6858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fld id="{59395FB3-9C97-154F-86B2-7E381B9512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68584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28879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06748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Why a Mode — not just hand-coding?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You can modernize one class by hand. The value is the whole estate — identically, safely, in hours, not months.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27632"/>
          <a:ext cx="1127455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4480560"/>
                <a:gridCol w="473659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Dimension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By hand — developer alone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With /java-modernization mode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One class is quick; the whole system is weeks of toil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Hundreds of files in hours — one shared playbook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Consistency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Fatigue creeps in; 5 developers → 5 styles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Identical rules applied to every file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Expertise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Needs a senior who knows the traps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Senior-level know-how baked into the mode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Risk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Missed call sites, silent behavior changes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Build stays green, behavior preserved, full diff audit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Portfolio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Re-learned for each application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Written once → reused across the whole Java estate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It isn't Bob vs the developer — it's developer + Bob.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The judgment stays human; the toil disappears.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BM Brand Template 2022 (Microgrid)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defTabSz="1829308" hangingPunct="0">
          <a:lnSpc>
            <a:spcPct val="110000"/>
          </a:lnSpc>
          <a:defRPr sz="2800" dirty="0" smtClean="0">
            <a:solidFill>
              <a:srgbClr val="000000"/>
            </a:solidFill>
            <a:latin typeface="IBM Plex Sans Light" panose="020B0403050203000203" pitchFamily="34" charset="0"/>
            <a:sym typeface="Helvetica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Security_Template_2023" id="{90B5EEF1-05DD-6441-91CE-8DAC5B2E2635}" vid="{DD75A2B6-E0A9-B349-B993-4165C892E6AB}"/>
    </a:ext>
  </a:extLst>
</a:theme>
</file>

<file path=ppt/theme/theme3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presentation_template_v_1_4_Plex" id="{CD0C5817-EB6A-6C46-8403-24AD582CFD03}" vid="{BF9B21BA-71C2-5045-909D-55899A1DBA6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224</Words>
  <Application>Microsoft Macintosh PowerPoint</Application>
  <PresentationFormat>Widescreen</PresentationFormat>
  <Paragraphs>50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IBM Plex Sans</vt:lpstr>
      <vt:lpstr>IBM Plex Sans ExtLt</vt:lpstr>
      <vt:lpstr>IBM Plex Sans Light</vt:lpstr>
      <vt:lpstr>Office Theme</vt:lpstr>
      <vt:lpstr>1_IBM Brand Template 2022 (Microgrid)</vt:lpstr>
      <vt:lpstr>IBM presentation template</vt:lpstr>
      <vt:lpstr>PowerPoint Presentation</vt:lpstr>
      <vt:lpstr>Java isn't legacy. It powers most of the world's enterprise systems</vt:lpstr>
      <vt:lpstr>PowerPoint Presentation</vt:lpstr>
      <vt:lpstr>PowerPoint Presentation</vt:lpstr>
      <vt:lpstr>PowerPoint Presentation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Sandra Hernandez</dc:creator>
  <cp:lastModifiedBy>Igor Olikh</cp:lastModifiedBy>
  <cp:revision>45</cp:revision>
  <dcterms:created xsi:type="dcterms:W3CDTF">2024-12-04T16:03:20Z</dcterms:created>
  <dcterms:modified xsi:type="dcterms:W3CDTF">2026-05-20T08:26:35Z</dcterms:modified>
</cp:coreProperties>
</file>